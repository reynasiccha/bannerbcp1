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A23"/>
          </a:solidFill>
          <a:ln w="12700">
            <a:solidFill>
              <a:srgbClr val="F59A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ORGÁNICO CC 360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 de Contacto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05840"/>
            <a:ext cx="110642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" y="1005840"/>
            <a:ext cx="4160520" cy="5074920"/>
          </a:xfrm>
          <a:prstGeom prst="rect">
            <a:avLst/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581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7B24F"/>
                </a:solidFill>
              </a:rPr>
              <a:t>MANUAL RÁPIDO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1947672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Actualización de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ubicación y modalidad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32688" y="35478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</a:rPr>
              <a:t>Para supervisores del Centro de Contacto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2688" y="4773168"/>
            <a:ext cx="3044952" cy="694944"/>
          </a:xfrm>
          <a:prstGeom prst="roundRect">
            <a:avLst>
              <a:gd name="adj" fmla="val 7895"/>
            </a:avLst>
          </a:prstGeom>
          <a:solidFill>
            <a:srgbClr val="F59A23"/>
          </a:solidFill>
          <a:ln w="12700">
            <a:solidFill>
              <a:srgbClr val="F59A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491947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FECHA MÁXIMA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26 DE AGOSTO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0056" y="1453896"/>
            <a:ext cx="6099048" cy="408736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step3.png">    </p:cNvPr>
          <p:cNvPicPr>
            <a:picLocks noChangeAspect="1"/>
          </p:cNvPicPr>
          <p:nvPr/>
        </p:nvPicPr>
        <p:blipFill>
          <a:blip r:embed="rId1"/>
          <a:srcRect l="8510" r="8510" t="0" b="0"/>
          <a:stretch/>
        </p:blipFill>
        <p:spPr>
          <a:xfrm>
            <a:off x="5074920" y="1508760"/>
            <a:ext cx="5989320" cy="3977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85232" y="5596128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Revisa que la información de todo tu equipo refleje su situación actual.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04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59A23"/>
                </a:solidFill>
              </a:rPr>
              <a:t>ANTES DE COMENZAR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3A"/>
                </a:solidFill>
              </a:rPr>
              <a:t>¿Por qué es importante mantener esta información al día?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27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La ubicación y modalidad de trabajo se utilizan como referencia para distintas gestiones del Centro de Contacto.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2359152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15184"/>
            <a:ext cx="530352" cy="530352"/>
          </a:xfrm>
          <a:prstGeom prst="ellipse">
            <a:avLst/>
          </a:prstGeom>
          <a:solidFill>
            <a:srgbClr val="EDF4FC"/>
          </a:solidFill>
          <a:ln w="12700">
            <a:solidFill>
              <a:srgbClr val="EDF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752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F66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</a:rPr>
              <a:t>Posiciones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Ayuda a tener una visión correcta de dónde se encuentra trabajando cada asesor.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78808" y="2359152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615184"/>
            <a:ext cx="530352" cy="530352"/>
          </a:xfrm>
          <a:prstGeom prst="ellipse">
            <a:avLst/>
          </a:prstGeom>
          <a:solidFill>
            <a:srgbClr val="F59A23"/>
          </a:solidFill>
          <a:ln w="12700">
            <a:solidFill>
              <a:srgbClr val="F59A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8264" y="2752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98264" y="331012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</a:rPr>
              <a:t>Periféricos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98264" y="37033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Facilita la gestión y planificación de equipos y recursos asociados a cada modalidad.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35824" y="2359152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2615184"/>
            <a:ext cx="530352" cy="530352"/>
          </a:xfrm>
          <a:prstGeom prst="ellipse">
            <a:avLst/>
          </a:prstGeom>
          <a:solidFill>
            <a:srgbClr val="EDF4FC"/>
          </a:solidFill>
          <a:ln w="12700">
            <a:solidFill>
              <a:srgbClr val="EDF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27523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F66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331012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</a:rPr>
              <a:t>Otras actividades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55280" y="3703320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Evita inconsistencias cuando la información se utiliza para coordinaciones y gestiones operativas.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27632" y="5010912"/>
            <a:ext cx="8942832" cy="658368"/>
          </a:xfrm>
          <a:prstGeom prst="roundRect">
            <a:avLst>
              <a:gd name="adj" fmla="val 11111"/>
            </a:avLst>
          </a:prstGeom>
          <a:solidFill>
            <a:srgbClr val="EAF7F0"/>
          </a:solidFill>
          <a:ln w="12700">
            <a:solidFill>
              <a:srgbClr val="C9EA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5212080"/>
            <a:ext cx="845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34B"/>
                </a:solidFill>
              </a:rPr>
              <a:t>Objetivo: que cada registro sea coherente con la ubicación, ciudad y modalidad real del asesor.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" y="6108192"/>
            <a:ext cx="10972800" cy="384048"/>
          </a:xfrm>
          <a:prstGeom prst="roundRect">
            <a:avLst>
              <a:gd name="adj" fmla="val 11905"/>
            </a:avLst>
          </a:prstGeom>
          <a:solidFill>
            <a:srgbClr val="FFF0DA"/>
          </a:solidFill>
          <a:ln w="12700">
            <a:solidFill>
              <a:srgbClr val="F8D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6208776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4A08"/>
                </a:solidFill>
              </a:rPr>
              <a:t>Recuerda: la actualización debe quedar completada como máximo el 26 de agosto.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384048" cy="384048"/>
          </a:xfrm>
          <a:prstGeom prst="ellipse">
            <a:avLst/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3152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7406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59A23"/>
                </a:solidFill>
              </a:rPr>
              <a:t>INGRESAR A GESTIÓN ORGÁNICA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</a:rPr>
              <a:t>Desde la pantalla principal, selecciona la opción “GESTIÓN ORGÁNICA”.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Esta opción se encuentra dentro del menú principal de ORGÁNICO CC 360.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10917936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step1.png">    </p:cNvPr>
          <p:cNvPicPr>
            <a:picLocks noChangeAspect="1"/>
          </p:cNvPicPr>
          <p:nvPr/>
        </p:nvPicPr>
        <p:blipFill>
          <a:blip r:embed="rId1"/>
          <a:srcRect l="0" r="0" t="21426" b="21426"/>
          <a:stretch/>
        </p:blipFill>
        <p:spPr>
          <a:xfrm>
            <a:off x="694944" y="2139696"/>
            <a:ext cx="10808208" cy="35295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84248" y="3767328"/>
            <a:ext cx="2779776" cy="1060704"/>
          </a:xfrm>
          <a:prstGeom prst="roundRect">
            <a:avLst>
              <a:gd name="adj" fmla="val 5172"/>
            </a:avLst>
          </a:prstGeom>
          <a:solidFill>
            <a:srgbClr val="FFFFFF">
              <a:alpha val="0"/>
            </a:srgbClr>
          </a:solidFill>
          <a:ln w="31750">
            <a:solidFill>
              <a:srgbClr val="F59A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2584" y="360273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59A23"/>
          </a:solidFill>
          <a:ln w="12700">
            <a:solidFill>
              <a:srgbClr val="F59A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2584" y="36667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PASO 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" y="6108192"/>
            <a:ext cx="10972800" cy="384048"/>
          </a:xfrm>
          <a:prstGeom prst="roundRect">
            <a:avLst>
              <a:gd name="adj" fmla="val 11905"/>
            </a:avLst>
          </a:prstGeom>
          <a:solidFill>
            <a:srgbClr val="FFF0DA"/>
          </a:solidFill>
          <a:ln w="12700">
            <a:solidFill>
              <a:srgbClr val="F8D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6208776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4A08"/>
                </a:solidFill>
              </a:rPr>
              <a:t>Haz clic en “GESTIÓN ORGÁNICA” para abrir las opciones de gestión.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384048" cy="384048"/>
          </a:xfrm>
          <a:prstGeom prst="ellipse">
            <a:avLst/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3152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7406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59A23"/>
                </a:solidFill>
              </a:rPr>
              <a:t>SELECCIONAR UBICACIÓN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</a:rPr>
              <a:t>En el módulo de Gestión Orgánica, ingresa al botón “UBICACIÓN”.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Este acceso abrirá la vista donde podrás revisar y actualizar los datos de tu equipo.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" y="2066544"/>
            <a:ext cx="10771632" cy="3675888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step2.png">    </p:cNvPr>
          <p:cNvPicPr>
            <a:picLocks noChangeAspect="1"/>
          </p:cNvPicPr>
          <p:nvPr/>
        </p:nvPicPr>
        <p:blipFill>
          <a:blip r:embed="rId1"/>
          <a:srcRect l="0" r="0" t="21020" b="21020"/>
          <a:stretch/>
        </p:blipFill>
        <p:spPr>
          <a:xfrm>
            <a:off x="768096" y="2121408"/>
            <a:ext cx="10661904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04688" y="4956048"/>
            <a:ext cx="2523744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0"/>
            </a:srgbClr>
          </a:solidFill>
          <a:ln w="31750">
            <a:solidFill>
              <a:srgbClr val="F59A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36992" y="479145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59A23"/>
          </a:solidFill>
          <a:ln w="12700">
            <a:solidFill>
              <a:srgbClr val="F59A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48554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PASO 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" y="6108192"/>
            <a:ext cx="10972800" cy="384048"/>
          </a:xfrm>
          <a:prstGeom prst="roundRect">
            <a:avLst>
              <a:gd name="adj" fmla="val 11905"/>
            </a:avLst>
          </a:prstGeom>
          <a:solidFill>
            <a:srgbClr val="FFF0DA"/>
          </a:solidFill>
          <a:ln w="12700">
            <a:solidFill>
              <a:srgbClr val="F8D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6208776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4A08"/>
                </a:solidFill>
              </a:rPr>
              <a:t>Selecciona “UBICACIÓN” para acceder al nuevo módulo de actualización.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384048" cy="384048"/>
          </a:xfrm>
          <a:prstGeom prst="ellipse">
            <a:avLst/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3152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7406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F59A23"/>
                </a:solidFill>
              </a:rPr>
              <a:t>VALIDAR Y ACTUALIZAR EL EQUIPO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A"/>
                </a:solidFill>
              </a:rPr>
              <a:t>Revisa a todos tus asesores y confirma que cada dato sea correcto.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6642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La pantalla muestra el listado de tu equipo y los campos que debes validar.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2020824"/>
            <a:ext cx="8339328" cy="385876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mnt/data/step3.png">    </p:cNvPr>
          <p:cNvPicPr>
            <a:picLocks noChangeAspect="1"/>
          </p:cNvPicPr>
          <p:nvPr/>
        </p:nvPicPr>
        <p:blipFill>
          <a:blip r:embed="rId1"/>
          <a:srcRect l="0" r="0" t="8668" b="8668"/>
          <a:stretch/>
        </p:blipFill>
        <p:spPr>
          <a:xfrm>
            <a:off x="566928" y="2075688"/>
            <a:ext cx="82296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52560" y="2075688"/>
            <a:ext cx="2560320" cy="3749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A23"/>
                </a:solidFill>
              </a:rPr>
              <a:t>¿QUÉ VALIDAR?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326880" y="2788920"/>
            <a:ext cx="329184" cy="329184"/>
          </a:xfrm>
          <a:prstGeom prst="ellipse">
            <a:avLst/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0" y="286207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765792" y="277977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13A"/>
                </a:solidFill>
              </a:rPr>
              <a:t>Ubicación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765792" y="3044952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Sede / Home Office u opción que corresponda.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9326880" y="3703320"/>
            <a:ext cx="329184" cy="329184"/>
          </a:xfrm>
          <a:prstGeom prst="ellipse">
            <a:avLst/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0" y="377647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765792" y="369417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13A"/>
                </a:solidFill>
              </a:rPr>
              <a:t>Ciudad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765792" y="3959352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Confirma que la ciudad registrada sea la correcta.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9326880" y="4617720"/>
            <a:ext cx="329184" cy="329184"/>
          </a:xfrm>
          <a:prstGeom prst="ellipse">
            <a:avLst/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26880" y="469087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765792" y="460857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13A"/>
                </a:solidFill>
              </a:rPr>
              <a:t>Modalidad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765792" y="4873752"/>
            <a:ext cx="1572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</a:rPr>
              <a:t>Presencial, remoto u otra modalidad disponible.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9290304" y="5413248"/>
            <a:ext cx="2075688" cy="246888"/>
          </a:xfrm>
          <a:prstGeom prst="roundRect">
            <a:avLst>
              <a:gd name="adj" fmla="val 14815"/>
            </a:avLst>
          </a:prstGeom>
          <a:solidFill>
            <a:srgbClr val="FFF0DA"/>
          </a:solidFill>
          <a:ln w="12700">
            <a:solidFill>
              <a:srgbClr val="F8D7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63456" y="5468112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7A4A08"/>
                </a:solidFill>
              </a:rPr>
              <a:t>Revisa el 100% de tu equipo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585216" y="6108192"/>
            <a:ext cx="10972800" cy="384048"/>
          </a:xfrm>
          <a:prstGeom prst="roundRect">
            <a:avLst>
              <a:gd name="adj" fmla="val 11905"/>
            </a:avLst>
          </a:prstGeom>
          <a:solidFill>
            <a:srgbClr val="FFF0DA"/>
          </a:solidFill>
          <a:ln w="12700">
            <a:solidFill>
              <a:srgbClr val="F8D7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" y="6208776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4A08"/>
                </a:solidFill>
              </a:rPr>
              <a:t>Actualiza únicamente los datos que no correspondan y deja todo el listado validado.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04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59A23"/>
                </a:solidFill>
              </a:rPr>
              <a:t>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3A"/>
                </a:solidFill>
              </a:rPr>
              <a:t>Checklist antes de terminar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27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Antes de salir del módulo, confirma que completaste toda la revisión.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325880" y="2331720"/>
            <a:ext cx="9555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2768" y="2450592"/>
            <a:ext cx="329184" cy="329184"/>
          </a:xfrm>
          <a:prstGeom prst="ellipse">
            <a:avLst/>
          </a:prstGeom>
          <a:solidFill>
            <a:srgbClr val="EAF7F0"/>
          </a:solidFill>
          <a:ln w="12700">
            <a:solidFill>
              <a:srgbClr val="BFE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2768" y="24963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834B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2487168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</a:rPr>
              <a:t>Revisé a todos los asesores de mi equipo.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25880" y="3044952"/>
            <a:ext cx="9555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3163824"/>
            <a:ext cx="329184" cy="329184"/>
          </a:xfrm>
          <a:prstGeom prst="ellipse">
            <a:avLst/>
          </a:prstGeom>
          <a:solidFill>
            <a:srgbClr val="EAF7F0"/>
          </a:solidFill>
          <a:ln w="12700">
            <a:solidFill>
              <a:srgbClr val="BFE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32095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834B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3200400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</a:rPr>
              <a:t>La ubicación registrada es correcta.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25880" y="3758184"/>
            <a:ext cx="9555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3877056"/>
            <a:ext cx="329184" cy="329184"/>
          </a:xfrm>
          <a:prstGeom prst="ellipse">
            <a:avLst/>
          </a:prstGeom>
          <a:solidFill>
            <a:srgbClr val="EAF7F0"/>
          </a:solidFill>
          <a:ln w="12700">
            <a:solidFill>
              <a:srgbClr val="BFE5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392277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834B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913632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</a:rPr>
              <a:t>La ciudad registrada es correcta.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25880" y="4471416"/>
            <a:ext cx="95554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2768" y="4590288"/>
            <a:ext cx="329184" cy="329184"/>
          </a:xfrm>
          <a:prstGeom prst="ellipse">
            <a:avLst/>
          </a:prstGeom>
          <a:solidFill>
            <a:srgbClr val="EAF7F0"/>
          </a:solidFill>
          <a:ln w="12700">
            <a:solidFill>
              <a:srgbClr val="BFE5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46360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834B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4626864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13A"/>
                </a:solidFill>
              </a:rPr>
              <a:t>La modalidad de trabajo refleja la situación actual.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77440" y="5413248"/>
            <a:ext cx="7406640" cy="694944"/>
          </a:xfrm>
          <a:prstGeom prst="roundRect">
            <a:avLst>
              <a:gd name="adj" fmla="val 10526"/>
            </a:avLst>
          </a:prstGeom>
          <a:solidFill>
            <a:srgbClr val="0B2F66"/>
          </a:solidFill>
          <a:ln w="12700">
            <a:solidFill>
              <a:srgbClr val="0B2F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563270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FECHA MÁXIMA DE ACTUALIZACIÓN: 26 DE AGOSTO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Actualización de ubicación y modalidad de trabajo</dc:title>
  <dc:subject>Manual rápido para supervisores del Centro de Contacto</dc:subject>
  <dc:creator>OpenAI</dc:creator>
  <cp:lastModifiedBy>OpenAI</cp:lastModifiedBy>
  <cp:revision>1</cp:revision>
  <dcterms:created xsi:type="dcterms:W3CDTF">2026-08-26T20:35:01Z</dcterms:created>
  <dcterms:modified xsi:type="dcterms:W3CDTF">2026-08-26T20:35:01Z</dcterms:modified>
</cp:coreProperties>
</file>