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7FFFF2EE_2E3AA27F.xml" ContentType="application/vnd.ms-powerpoint.comment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147480302" r:id="rId2"/>
    <p:sldId id="2147483520" r:id="rId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761FF0E-3F59-3CCD-DAB7-F88F2B8E6D43}" name="Mariella Diaz Ramirez" initials="MDR" userId="S::mdiazr@bcp.com.pe::3aebe713-b1f2-4ade-8e1b-991e8e943b3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credicorponline-my.sharepoint.com/personal/kcueva_bcp_com_pe/Documents/Asesor%20Inbound%20-%20Upgrad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89722328677806"/>
          <c:y val="0.10899396932312989"/>
          <c:w val="0.89102758711854624"/>
          <c:h val="0.66353268856814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&gt; a 6 meses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0"/>
                  <c:y val="-0.1257804017792479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33D-4C54-9403-B452E5018817}"/>
                </c:ext>
              </c:extLst>
            </c:dLbl>
            <c:dLbl>
              <c:idx val="3"/>
              <c:layout>
                <c:manualLayout>
                  <c:x val="0"/>
                  <c:y val="-6.289020088962406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33D-4C54-9403-B452E501881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s-P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Hoja1!$A$2:$A$5</c:f>
              <c:strCache>
                <c:ptCount val="4"/>
                <c:pt idx="0">
                  <c:v>CCGG</c:v>
                </c:pt>
                <c:pt idx="1">
                  <c:v>Trainee</c:v>
                </c:pt>
                <c:pt idx="2">
                  <c:v>CCDD</c:v>
                </c:pt>
                <c:pt idx="3">
                  <c:v>Swat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6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3D-4C54-9403-B452E5018817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&lt;= a 6 meses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s-P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Hoja1!$A$2:$A$5</c:f>
              <c:strCache>
                <c:ptCount val="4"/>
                <c:pt idx="0">
                  <c:v>CCGG</c:v>
                </c:pt>
                <c:pt idx="1">
                  <c:v>Trainee</c:v>
                </c:pt>
                <c:pt idx="2">
                  <c:v>CCDD</c:v>
                </c:pt>
                <c:pt idx="3">
                  <c:v>Swat</c:v>
                </c:pt>
              </c:strCache>
            </c:strRef>
          </c:cat>
          <c:val>
            <c:numRef>
              <c:f>Hoja1!$C$2:$C$5</c:f>
              <c:numCache>
                <c:formatCode>General</c:formatCode>
                <c:ptCount val="4"/>
                <c:pt idx="0">
                  <c:v>5</c:v>
                </c:pt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3D-4C54-9403-B452E5018817}"/>
            </c:ext>
          </c:extLst>
        </c:ser>
        <c:dLbls>
          <c:dLblPos val="inBase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1378064304"/>
        <c:axId val="1378059984"/>
      </c:barChart>
      <c:catAx>
        <c:axId val="1378064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dk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PE"/>
          </a:p>
        </c:txPr>
        <c:crossAx val="1378059984"/>
        <c:crosses val="autoZero"/>
        <c:auto val="1"/>
        <c:lblAlgn val="ctr"/>
        <c:lblOffset val="100"/>
        <c:noMultiLvlLbl val="0"/>
      </c:catAx>
      <c:valAx>
        <c:axId val="137805998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PE"/>
          </a:p>
        </c:txPr>
        <c:crossAx val="1378064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2363902574825204"/>
          <c:y val="0.84440219360190694"/>
          <c:w val="0.73538655001175568"/>
          <c:h val="0.1358420618119839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dk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P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12700" cap="flat" cmpd="sng" algn="ctr">
      <a:noFill/>
      <a:prstDash val="solid"/>
      <a:miter lim="800000"/>
    </a:ln>
    <a:effectLst/>
  </c:spPr>
  <c:txPr>
    <a:bodyPr/>
    <a:lstStyle/>
    <a:p>
      <a:pPr>
        <a:defRPr sz="1000">
          <a:solidFill>
            <a:schemeClr val="dk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pPr>
      <a:endParaRPr lang="es-PE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618905834911933E-2"/>
          <c:y val="0.11165140342173487"/>
          <c:w val="0.84021317482034863"/>
          <c:h val="0.598312824983531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Llamadas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s-P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May'26 Ini</c:v>
                </c:pt>
                <c:pt idx="1">
                  <c:v>Salidas</c:v>
                </c:pt>
                <c:pt idx="2">
                  <c:v>May'26 Fin</c:v>
                </c:pt>
                <c:pt idx="3">
                  <c:v>Ingresos</c:v>
                </c:pt>
                <c:pt idx="4">
                  <c:v>Jun'26 Ini</c:v>
                </c:pt>
              </c:strCache>
            </c:strRef>
          </c:cat>
          <c:val>
            <c:numRef>
              <c:f>Hoja1!$B$2:$B$6</c:f>
              <c:numCache>
                <c:formatCode>General</c:formatCode>
                <c:ptCount val="5"/>
                <c:pt idx="0">
                  <c:v>847</c:v>
                </c:pt>
                <c:pt idx="2">
                  <c:v>824</c:v>
                </c:pt>
                <c:pt idx="4">
                  <c:v>837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E6-4FE8-ABB4-7D0F50A28A5A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Chats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May'26 Ini</c:v>
                </c:pt>
                <c:pt idx="1">
                  <c:v>Salidas</c:v>
                </c:pt>
                <c:pt idx="2">
                  <c:v>May'26 Fin</c:v>
                </c:pt>
                <c:pt idx="3">
                  <c:v>Ingresos</c:v>
                </c:pt>
                <c:pt idx="4">
                  <c:v>Jun'26 Ini</c:v>
                </c:pt>
              </c:strCache>
            </c:strRef>
          </c:cat>
          <c:val>
            <c:numRef>
              <c:f>Hoja1!$C$2:$C$6</c:f>
              <c:numCache>
                <c:formatCode>General</c:formatCode>
                <c:ptCount val="5"/>
                <c:pt idx="0">
                  <c:v>159</c:v>
                </c:pt>
                <c:pt idx="2">
                  <c:v>159</c:v>
                </c:pt>
                <c:pt idx="4">
                  <c:v>184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7E6-4FE8-ABB4-7D0F50A28A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78064304"/>
        <c:axId val="1378059984"/>
      </c:barChart>
      <c:barChart>
        <c:barDir val="col"/>
        <c:grouping val="clustered"/>
        <c:varyColors val="0"/>
        <c:ser>
          <c:idx val="2"/>
          <c:order val="2"/>
          <c:tx>
            <c:strRef>
              <c:f>Hoja1!$D$1</c:f>
              <c:strCache>
                <c:ptCount val="1"/>
                <c:pt idx="0">
                  <c:v>Var</c:v>
                </c:pt>
              </c:strCache>
            </c:strRef>
          </c:tx>
          <c:spPr>
            <a:solidFill>
              <a:srgbClr val="FF6699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DA4B-4F1C-AFB4-64091EEA5F3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May'26 Ini</c:v>
                </c:pt>
                <c:pt idx="1">
                  <c:v>Salidas</c:v>
                </c:pt>
                <c:pt idx="2">
                  <c:v>May'26 Fin</c:v>
                </c:pt>
                <c:pt idx="3">
                  <c:v>Ingresos</c:v>
                </c:pt>
                <c:pt idx="4">
                  <c:v>Jun'26 Ini</c:v>
                </c:pt>
              </c:strCache>
            </c:strRef>
          </c:cat>
          <c:val>
            <c:numRef>
              <c:f>Hoja1!$D$2:$D$6</c:f>
              <c:numCache>
                <c:formatCode>General</c:formatCode>
                <c:ptCount val="5"/>
                <c:pt idx="1">
                  <c:v>-23</c:v>
                </c:pt>
                <c:pt idx="3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7E6-4FE8-ABB4-7D0F50A28A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305096927"/>
        <c:axId val="305095967"/>
      </c:barChart>
      <c:lineChart>
        <c:grouping val="standard"/>
        <c:varyColors val="0"/>
        <c:ser>
          <c:idx val="3"/>
          <c:order val="3"/>
          <c:tx>
            <c:strRef>
              <c:f>Hoja1!$E$1</c:f>
              <c:strCache>
                <c:ptCount val="1"/>
                <c:pt idx="0">
                  <c:v>Real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May'26 Ini</c:v>
                </c:pt>
                <c:pt idx="1">
                  <c:v>Salidas</c:v>
                </c:pt>
                <c:pt idx="2">
                  <c:v>May'26 Fin</c:v>
                </c:pt>
                <c:pt idx="3">
                  <c:v>Ingresos</c:v>
                </c:pt>
                <c:pt idx="4">
                  <c:v>Jun'26 Ini</c:v>
                </c:pt>
              </c:strCache>
            </c:strRef>
          </c:cat>
          <c:val>
            <c:numRef>
              <c:f>Hoja1!$E$2:$E$6</c:f>
              <c:numCache>
                <c:formatCode>General</c:formatCode>
                <c:ptCount val="5"/>
                <c:pt idx="0">
                  <c:v>1006</c:v>
                </c:pt>
                <c:pt idx="2">
                  <c:v>983</c:v>
                </c:pt>
                <c:pt idx="4">
                  <c:v>1021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7E6-4FE8-ABB4-7D0F50A28A5A}"/>
            </c:ext>
          </c:extLst>
        </c:ser>
        <c:ser>
          <c:idx val="4"/>
          <c:order val="4"/>
          <c:tx>
            <c:strRef>
              <c:f>Hoja1!$F$1</c:f>
              <c:strCache>
                <c:ptCount val="1"/>
                <c:pt idx="0">
                  <c:v>Capacity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5.0314455442092721E-3"/>
                  <c:y val="-9.407403052128217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7E6-4FE8-ABB4-7D0F50A28A5A}"/>
                </c:ext>
              </c:extLst>
            </c:dLbl>
            <c:dLbl>
              <c:idx val="2"/>
              <c:layout>
                <c:manualLayout>
                  <c:x val="-2.5157227721046361E-3"/>
                  <c:y val="-8.23147767061219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7E6-4FE8-ABB4-7D0F50A28A5A}"/>
                </c:ext>
              </c:extLst>
            </c:dLbl>
            <c:dLbl>
              <c:idx val="4"/>
              <c:layout>
                <c:manualLayout>
                  <c:x val="-2.5157227721046361E-3"/>
                  <c:y val="-7.643514979854176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7E6-4FE8-ABB4-7D0F50A28A5A}"/>
                </c:ext>
              </c:extLst>
            </c:dLbl>
            <c:spPr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May'26 Ini</c:v>
                </c:pt>
                <c:pt idx="1">
                  <c:v>Salidas</c:v>
                </c:pt>
                <c:pt idx="2">
                  <c:v>May'26 Fin</c:v>
                </c:pt>
                <c:pt idx="3">
                  <c:v>Ingresos</c:v>
                </c:pt>
                <c:pt idx="4">
                  <c:v>Jun'26 Ini</c:v>
                </c:pt>
              </c:strCache>
            </c:strRef>
          </c:cat>
          <c:val>
            <c:numRef>
              <c:f>Hoja1!$F$2:$F$6</c:f>
              <c:numCache>
                <c:formatCode>General</c:formatCode>
                <c:ptCount val="5"/>
                <c:pt idx="0">
                  <c:v>1007</c:v>
                </c:pt>
                <c:pt idx="2">
                  <c:v>1007</c:v>
                </c:pt>
                <c:pt idx="4">
                  <c:v>1116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B7E6-4FE8-ABB4-7D0F50A28A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78064304"/>
        <c:axId val="1378059984"/>
      </c:lineChart>
      <c:catAx>
        <c:axId val="1378064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dk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PE"/>
          </a:p>
        </c:txPr>
        <c:crossAx val="1378059984"/>
        <c:crosses val="autoZero"/>
        <c:auto val="1"/>
        <c:lblAlgn val="ctr"/>
        <c:lblOffset val="100"/>
        <c:noMultiLvlLbl val="0"/>
      </c:catAx>
      <c:valAx>
        <c:axId val="137805998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PE"/>
          </a:p>
        </c:txPr>
        <c:crossAx val="1378064304"/>
        <c:crosses val="autoZero"/>
        <c:crossBetween val="between"/>
      </c:valAx>
      <c:valAx>
        <c:axId val="305095967"/>
        <c:scaling>
          <c:orientation val="minMax"/>
          <c:max val="100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PE"/>
          </a:p>
        </c:txPr>
        <c:crossAx val="305096927"/>
        <c:crosses val="max"/>
        <c:crossBetween val="between"/>
      </c:valAx>
      <c:catAx>
        <c:axId val="30509692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0509596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3285090222336418E-2"/>
          <c:y val="0.84440192388799817"/>
          <c:w val="0.91091389869481543"/>
          <c:h val="0.1203203146665209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dk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P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solidFill>
        <a:schemeClr val="bg1">
          <a:lumMod val="75000"/>
        </a:schemeClr>
      </a:solidFill>
      <a:prstDash val="solid"/>
      <a:miter lim="800000"/>
    </a:ln>
    <a:effectLst/>
  </c:spPr>
  <c:txPr>
    <a:bodyPr/>
    <a:lstStyle/>
    <a:p>
      <a:pPr>
        <a:defRPr sz="1000">
          <a:solidFill>
            <a:schemeClr val="dk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pPr>
      <a:endParaRPr lang="es-P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8867117215302915"/>
          <c:y val="2.1321856448626695E-2"/>
          <c:w val="0.61132882784697085"/>
          <c:h val="0.8293723491835224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Hoja3!$A$45</c:f>
              <c:strCache>
                <c:ptCount val="1"/>
                <c:pt idx="0">
                  <c:v>A5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Hoja3!$B$44:$D$44</c:f>
              <c:strCache>
                <c:ptCount val="3"/>
                <c:pt idx="0">
                  <c:v>GCIA LINEA SERVICIO DIGITALIDAD Y VENTAS</c:v>
                </c:pt>
                <c:pt idx="1">
                  <c:v>GERENCIA INBOUND LINEAS ESPECIALIZADAS</c:v>
                </c:pt>
                <c:pt idx="2">
                  <c:v>GERENCIA INBOUND LÍNEAS SERVICIO Y VENTA</c:v>
                </c:pt>
              </c:strCache>
            </c:strRef>
          </c:cat>
          <c:val>
            <c:numRef>
              <c:f>Hoja3!$B$45:$D$45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F1-4FCF-8FB5-CDBF2D78FD91}"/>
            </c:ext>
          </c:extLst>
        </c:ser>
        <c:ser>
          <c:idx val="1"/>
          <c:order val="1"/>
          <c:tx>
            <c:strRef>
              <c:f>Hoja3!$A$46</c:f>
              <c:strCache>
                <c:ptCount val="1"/>
                <c:pt idx="0">
                  <c:v>B1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Hoja3!$B$44:$D$44</c:f>
              <c:strCache>
                <c:ptCount val="3"/>
                <c:pt idx="0">
                  <c:v>GCIA LINEA SERVICIO DIGITALIDAD Y VENTAS</c:v>
                </c:pt>
                <c:pt idx="1">
                  <c:v>GERENCIA INBOUND LINEAS ESPECIALIZADAS</c:v>
                </c:pt>
                <c:pt idx="2">
                  <c:v>GERENCIA INBOUND LÍNEAS SERVICIO Y VENTA</c:v>
                </c:pt>
              </c:strCache>
            </c:strRef>
          </c:cat>
          <c:val>
            <c:numRef>
              <c:f>Hoja3!$B$46:$D$46</c:f>
              <c:numCache>
                <c:formatCode>General</c:formatCode>
                <c:ptCount val="3"/>
                <c:pt idx="0">
                  <c:v>23</c:v>
                </c:pt>
                <c:pt idx="1">
                  <c:v>7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9F1-4FCF-8FB5-CDBF2D78FD91}"/>
            </c:ext>
          </c:extLst>
        </c:ser>
        <c:ser>
          <c:idx val="2"/>
          <c:order val="2"/>
          <c:tx>
            <c:strRef>
              <c:f>Hoja3!$A$47</c:f>
              <c:strCache>
                <c:ptCount val="1"/>
                <c:pt idx="0">
                  <c:v>B2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P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Hoja3!$B$44:$D$44</c:f>
              <c:strCache>
                <c:ptCount val="3"/>
                <c:pt idx="0">
                  <c:v>GCIA LINEA SERVICIO DIGITALIDAD Y VENTAS</c:v>
                </c:pt>
                <c:pt idx="1">
                  <c:v>GERENCIA INBOUND LINEAS ESPECIALIZADAS</c:v>
                </c:pt>
                <c:pt idx="2">
                  <c:v>GERENCIA INBOUND LÍNEAS SERVICIO Y VENTA</c:v>
                </c:pt>
              </c:strCache>
            </c:strRef>
          </c:cat>
          <c:val>
            <c:numRef>
              <c:f>Hoja3!$B$47:$D$47</c:f>
              <c:numCache>
                <c:formatCode>General</c:formatCode>
                <c:ptCount val="3"/>
                <c:pt idx="1">
                  <c:v>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9F1-4FCF-8FB5-CDBF2D78FD9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405420063"/>
        <c:axId val="405429183"/>
      </c:barChart>
      <c:catAx>
        <c:axId val="40542006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PE"/>
          </a:p>
        </c:txPr>
        <c:crossAx val="405429183"/>
        <c:crosses val="autoZero"/>
        <c:auto val="0"/>
        <c:lblAlgn val="ctr"/>
        <c:lblOffset val="100"/>
        <c:noMultiLvlLbl val="0"/>
      </c:catAx>
      <c:valAx>
        <c:axId val="40542918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054200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7906305415437919"/>
          <c:y val="0.88863337057028491"/>
          <c:w val="0.51003478223690402"/>
          <c:h val="7.81255468066491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P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P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7FFFF2EE_2E3AA27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28ECF48-B919-450F-8481-AAD77B9760AE}" authorId="{6761FF0E-3F59-3CCD-DAB7-F88F2B8E6D43}" created="2026-04-08T05:09:28.680">
    <pc:sldMkLst xmlns:pc="http://schemas.microsoft.com/office/powerpoint/2013/main/command">
      <pc:docMk/>
      <pc:sldMk cId="775594623" sldId="2147480302"/>
    </pc:sldMkLst>
    <p188:txBody>
      <a:bodyPr/>
      <a:lstStyle/>
      <a:p>
        <a:r>
          <a:rPr lang="es-PE"/>
          <a:t>[@Lizbeth Zorrilla]  pf actualizame el miércoles 08 los graficos 5 y 6 tomando la info del dashboard de rotación. Gracias!</a:t>
        </a:r>
      </a:p>
    </p188:txBody>
  </p188:cm>
</p188:cmLst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0.14641</cdr:x>
      <cdr:y>0.09468</cdr:y>
    </cdr:from>
    <cdr:to>
      <cdr:x>0.31677</cdr:x>
      <cdr:y>0.35126</cdr:y>
    </cdr:to>
    <cdr:sp macro="" textlink="">
      <cdr:nvSpPr>
        <cdr:cNvPr id="2" name="CuadroTexto 1">
          <a:extLst xmlns:a="http://schemas.openxmlformats.org/drawingml/2006/main">
            <a:ext uri="{FF2B5EF4-FFF2-40B4-BE49-F238E27FC236}">
              <a16:creationId xmlns:a16="http://schemas.microsoft.com/office/drawing/2014/main" id="{F549A536-D06D-3132-B9CA-C1D231380F15}"/>
            </a:ext>
          </a:extLst>
        </cdr:cNvPr>
        <cdr:cNvSpPr txBox="1"/>
      </cdr:nvSpPr>
      <cdr:spPr>
        <a:xfrm xmlns:a="http://schemas.openxmlformats.org/drawingml/2006/main">
          <a:off x="362178" y="141423"/>
          <a:ext cx="421430" cy="38324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s-PE" sz="1100" kern="1200" dirty="0"/>
            <a:t>11</a:t>
          </a:r>
          <a:endParaRPr lang="es-PE" sz="1050" kern="12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8C01FB-C1DF-418B-9A73-EF290C939E32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50F5C5-1238-423E-8127-CE56B8FC836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67805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6A313-142D-1547-AB0A-2BCA158DC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A6E31A8-2520-1A32-95D6-FF4ABB0A22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0771C5E-EB5C-0DCC-788F-4EE93DC86E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12D3EEA-EA1B-2ABA-C54A-D2A6738770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6B3CD0-A6C1-42A8-A8E6-D65638EF1C64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36645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2E6351-8AAD-48EF-A014-CB6306FB95F7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5738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9DD8E-0D7E-B084-ED2D-465D6D7D64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B3F447-9899-7047-0262-060CC7ED26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E73374-A393-3966-0AA2-9EF862756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E0E-DB94-4D07-9750-D4AA92C6899D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77DA8C-9065-D1D0-4A51-65AEB003B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24A645-FD85-DF58-9EBF-1C826C9E4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1C123-0BF5-405B-AA57-4D6F70F2280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28820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16AB3E-E2BE-F6B4-C5D1-AE1F93E22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7E8B3D-2AC0-6095-4AEF-2E6B3533C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878323-E283-7090-B236-DBB8DD66F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E0E-DB94-4D07-9750-D4AA92C6899D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169364-160D-2F77-1215-BA91A966C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C55C9E-B9CE-6A91-ED82-CC339E025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1C123-0BF5-405B-AA57-4D6F70F2280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15800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35FD7D-7A8F-BDB0-D6ED-97A7A7CE8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96DD17-2533-EB42-0938-53E0C1C2F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ADA759-0C4F-B78D-4081-EEA719F1E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E0E-DB94-4D07-9750-D4AA92C6899D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6A238F-2D90-7583-B40B-E08BCE6DA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2298FE-F7AF-E013-BB63-4895AB17B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1C123-0BF5-405B-AA57-4D6F70F2280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18441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D9A2A8-218F-B496-D226-0513424E3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1B20E5-2A85-9361-2026-E4B3B02287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82B7095-AB76-CF83-2697-7D61C00E44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15A3423-405B-1E65-ED00-86EAA5A04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E0E-DB94-4D07-9750-D4AA92C6899D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A397770-3874-209C-DC8D-451AD7A1B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FDC59A9-822E-DF33-DE56-EA79C80BD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1C123-0BF5-405B-AA57-4D6F70F2280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57011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587C24-6CB3-9067-40E5-39D20BBF0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A22D7C-4CC6-C290-C624-9E58AA780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8338163-6FE6-36C6-6CFF-576041603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8804A62-B9FF-9C27-AA52-C7DCBAD614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1E3C8CE-B152-DF26-5097-446223ABF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F614544-BD63-03F9-0C33-61FF9428E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E0E-DB94-4D07-9750-D4AA92C6899D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46CA065-103E-4E23-B1DC-89F0B589C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132381F-7CD3-F367-6FCD-9E87B31A2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1C123-0BF5-405B-AA57-4D6F70F2280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81647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941FF3-2272-35ED-F26E-3F7A7EA13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4B7E779-1A5C-C3CC-4641-DE5F1AEAE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E0E-DB94-4D07-9750-D4AA92C6899D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244B380-EA6C-D614-FCC3-DF5630D9D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23D7FE4-063A-0D1D-0FE9-B19B4F4E0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1C123-0BF5-405B-AA57-4D6F70F2280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97805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4BD0052-C278-9965-41BC-FFDDFD259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E0E-DB94-4D07-9750-D4AA92C6899D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9A461D9-0FF1-B0E6-E1FA-2D466DCF4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A7A4760-CA04-941A-5847-49198DFF3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1C123-0BF5-405B-AA57-4D6F70F2280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73579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998EC-7F0C-4F7A-DE9A-AE6ECF09F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900CDA-CC30-7098-9D69-4DFBAC2FE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A543B98-0D71-349A-C31F-5F4130E7A9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497A573-396E-4502-AE78-DABE216D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E0E-DB94-4D07-9750-D4AA92C6899D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880052E-7A16-7F7C-43DA-529044A78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D8D53A0-7886-A9EB-18C3-4A2180EAB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1C123-0BF5-405B-AA57-4D6F70F2280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64335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4B7A98-76BF-EBEC-CF48-1F7C68D20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9248AC7-654D-D6FA-2F53-2B13AB7127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E45CC10-20E3-CCAD-D469-0CC890F062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C8F2870-6C8A-093F-9A65-A914BCBDF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E0E-DB94-4D07-9750-D4AA92C6899D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DA1126-6274-D525-9AC7-796218B29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CB7FF7-6E90-9BB5-6456-AC20C6372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1C123-0BF5-405B-AA57-4D6F70F2280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38255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889F88-CFE7-56D9-9B87-1C3DDD7C0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04A35E-D03E-EE49-81D8-0404767B41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CD2F43-DC6F-9595-77C7-901BC286A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E0E-DB94-4D07-9750-D4AA92C6899D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973014-DD5D-BD8F-4847-3E1AACDA0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35EA45-C15E-5680-52B2-D794B515D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1C123-0BF5-405B-AA57-4D6F70F2280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36207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9BDE965-17C2-74BE-36FB-A6E74028AA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8454A4B-BECA-83C0-ED9F-66ADD7E58D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B342E9-1522-B6EF-2E5F-E4F0B229A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E0E-DB94-4D07-9750-D4AA92C6899D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B9C2DE-7FB6-8E8E-8458-55473BE9E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FB261F-304D-362D-6895-5173651C2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1C123-0BF5-405B-AA57-4D6F70F2280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79403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ángulo 43">
            <a:extLst>
              <a:ext uri="{FF2B5EF4-FFF2-40B4-BE49-F238E27FC236}">
                <a16:creationId xmlns:a16="http://schemas.microsoft.com/office/drawing/2014/main" id="{88E5CEFC-ECAA-4F09-BEF2-BE4C2AA484B2}"/>
              </a:ext>
            </a:extLst>
          </p:cNvPr>
          <p:cNvSpPr/>
          <p:nvPr userDrawn="1"/>
        </p:nvSpPr>
        <p:spPr>
          <a:xfrm>
            <a:off x="0" y="-6285"/>
            <a:ext cx="12192000" cy="783454"/>
          </a:xfrm>
          <a:prstGeom prst="rect">
            <a:avLst/>
          </a:prstGeom>
          <a:solidFill>
            <a:srgbClr val="002C71"/>
          </a:solidFill>
          <a:ln w="9525">
            <a:solidFill>
              <a:srgbClr val="012D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274" tIns="41137" rIns="82274" bIns="4113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776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0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lexo" panose="02000000000000000000"/>
              <a:ea typeface="+mn-ea"/>
              <a:cs typeface="+mn-cs"/>
            </a:endParaRP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B2492166-063D-4A74-9664-49F108A36458}"/>
              </a:ext>
            </a:extLst>
          </p:cNvPr>
          <p:cNvSpPr/>
          <p:nvPr userDrawn="1"/>
        </p:nvSpPr>
        <p:spPr>
          <a:xfrm>
            <a:off x="4921135" y="6667550"/>
            <a:ext cx="2090491" cy="1904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776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728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29BC2D7C-7996-4D86-93D6-AC2723BEE127}"/>
              </a:ext>
            </a:extLst>
          </p:cNvPr>
          <p:cNvGrpSpPr/>
          <p:nvPr userDrawn="1"/>
        </p:nvGrpSpPr>
        <p:grpSpPr>
          <a:xfrm>
            <a:off x="10118956" y="-51622"/>
            <a:ext cx="1977682" cy="249505"/>
            <a:chOff x="7940092" y="0"/>
            <a:chExt cx="4416528" cy="1052989"/>
          </a:xfrm>
        </p:grpSpPr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C4C344C6-39E0-49DB-BD71-5B1826E7D8B3}"/>
                </a:ext>
              </a:extLst>
            </p:cNvPr>
            <p:cNvSpPr/>
            <p:nvPr userDrawn="1"/>
          </p:nvSpPr>
          <p:spPr>
            <a:xfrm>
              <a:off x="7940092" y="0"/>
              <a:ext cx="1973274" cy="972738"/>
            </a:xfrm>
            <a:custGeom>
              <a:avLst/>
              <a:gdLst>
                <a:gd name="connsiteX0" fmla="*/ 19143 w 1973274"/>
                <a:gd name="connsiteY0" fmla="*/ 0 h 972738"/>
                <a:gd name="connsiteX1" fmla="*/ 1972360 w 1973274"/>
                <a:gd name="connsiteY1" fmla="*/ 0 h 972738"/>
                <a:gd name="connsiteX2" fmla="*/ 1972999 w 1973274"/>
                <a:gd name="connsiteY2" fmla="*/ 3490 h 972738"/>
                <a:gd name="connsiteX3" fmla="*/ 1794950 w 1973274"/>
                <a:gd name="connsiteY3" fmla="*/ 332664 h 972738"/>
                <a:gd name="connsiteX4" fmla="*/ 1268586 w 1973274"/>
                <a:gd name="connsiteY4" fmla="*/ 771875 h 972738"/>
                <a:gd name="connsiteX5" fmla="*/ 862022 w 1973274"/>
                <a:gd name="connsiteY5" fmla="*/ 971185 h 972738"/>
                <a:gd name="connsiteX6" fmla="*/ 563229 w 1973274"/>
                <a:gd name="connsiteY6" fmla="*/ 848596 h 972738"/>
                <a:gd name="connsiteX7" fmla="*/ 266796 w 1973274"/>
                <a:gd name="connsiteY7" fmla="*/ 569162 h 972738"/>
                <a:gd name="connsiteX8" fmla="*/ 12105 w 1973274"/>
                <a:gd name="connsiteY8" fmla="*/ 231308 h 972738"/>
                <a:gd name="connsiteX9" fmla="*/ 8921 w 1973274"/>
                <a:gd name="connsiteY9" fmla="*/ 37041 h 972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73274" h="972738">
                  <a:moveTo>
                    <a:pt x="19143" y="0"/>
                  </a:moveTo>
                  <a:lnTo>
                    <a:pt x="1972360" y="0"/>
                  </a:lnTo>
                  <a:lnTo>
                    <a:pt x="1972999" y="3490"/>
                  </a:lnTo>
                  <a:cubicBezTo>
                    <a:pt x="1978089" y="123107"/>
                    <a:pt x="1912352" y="204599"/>
                    <a:pt x="1794950" y="332664"/>
                  </a:cubicBezTo>
                  <a:cubicBezTo>
                    <a:pt x="1677547" y="460728"/>
                    <a:pt x="1424074" y="665454"/>
                    <a:pt x="1268586" y="771875"/>
                  </a:cubicBezTo>
                  <a:cubicBezTo>
                    <a:pt x="1113098" y="878296"/>
                    <a:pt x="979580" y="958399"/>
                    <a:pt x="862022" y="971185"/>
                  </a:cubicBezTo>
                  <a:cubicBezTo>
                    <a:pt x="744463" y="983971"/>
                    <a:pt x="662434" y="915599"/>
                    <a:pt x="563229" y="848596"/>
                  </a:cubicBezTo>
                  <a:cubicBezTo>
                    <a:pt x="464024" y="781592"/>
                    <a:pt x="358651" y="672044"/>
                    <a:pt x="266796" y="569162"/>
                  </a:cubicBezTo>
                  <a:cubicBezTo>
                    <a:pt x="174942" y="466281"/>
                    <a:pt x="43234" y="352373"/>
                    <a:pt x="12105" y="231308"/>
                  </a:cubicBezTo>
                  <a:cubicBezTo>
                    <a:pt x="-3460" y="170776"/>
                    <a:pt x="-3460" y="103908"/>
                    <a:pt x="8921" y="37041"/>
                  </a:cubicBezTo>
                  <a:close/>
                </a:path>
              </a:pathLst>
            </a:custGeom>
            <a:solidFill>
              <a:srgbClr val="00B2CE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8776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10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lexo" pitchFamily="50" charset="0"/>
                <a:ea typeface="+mn-ea"/>
                <a:cs typeface="+mn-cs"/>
              </a:endParaRPr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A03D1210-EECF-4B75-BD05-169FCDC1D1FC}"/>
                </a:ext>
              </a:extLst>
            </p:cNvPr>
            <p:cNvSpPr/>
            <p:nvPr userDrawn="1"/>
          </p:nvSpPr>
          <p:spPr>
            <a:xfrm>
              <a:off x="11330310" y="106410"/>
              <a:ext cx="1026310" cy="946579"/>
            </a:xfrm>
            <a:custGeom>
              <a:avLst/>
              <a:gdLst>
                <a:gd name="connsiteX0" fmla="*/ 305371 w 1442193"/>
                <a:gd name="connsiteY0" fmla="*/ 260653 h 1311522"/>
                <a:gd name="connsiteX1" fmla="*/ 58236 w 1442193"/>
                <a:gd name="connsiteY1" fmla="*/ 507788 h 1311522"/>
                <a:gd name="connsiteX2" fmla="*/ 8809 w 1442193"/>
                <a:gd name="connsiteY2" fmla="*/ 791994 h 1311522"/>
                <a:gd name="connsiteX3" fmla="*/ 194160 w 1442193"/>
                <a:gd name="connsiteY3" fmla="*/ 1039129 h 1311522"/>
                <a:gd name="connsiteX4" fmla="*/ 428938 w 1442193"/>
                <a:gd name="connsiteY4" fmla="*/ 1224480 h 1311522"/>
                <a:gd name="connsiteX5" fmla="*/ 601933 w 1442193"/>
                <a:gd name="connsiteY5" fmla="*/ 1310977 h 1311522"/>
                <a:gd name="connsiteX6" fmla="*/ 923209 w 1442193"/>
                <a:gd name="connsiteY6" fmla="*/ 1187410 h 1311522"/>
                <a:gd name="connsiteX7" fmla="*/ 1306268 w 1442193"/>
                <a:gd name="connsiteY7" fmla="*/ 866134 h 1311522"/>
                <a:gd name="connsiteX8" fmla="*/ 1442193 w 1442193"/>
                <a:gd name="connsiteY8" fmla="*/ 618999 h 1311522"/>
                <a:gd name="connsiteX9" fmla="*/ 1306268 w 1442193"/>
                <a:gd name="connsiteY9" fmla="*/ 334794 h 1311522"/>
                <a:gd name="connsiteX10" fmla="*/ 997349 w 1442193"/>
                <a:gd name="connsiteY10" fmla="*/ 75302 h 1311522"/>
                <a:gd name="connsiteX11" fmla="*/ 688430 w 1442193"/>
                <a:gd name="connsiteY11" fmla="*/ 13518 h 1311522"/>
                <a:gd name="connsiteX12" fmla="*/ 243587 w 1442193"/>
                <a:gd name="connsiteY12" fmla="*/ 297723 h 1311522"/>
                <a:gd name="connsiteX0" fmla="*/ 305371 w 1442193"/>
                <a:gd name="connsiteY0" fmla="*/ 260653 h 1312626"/>
                <a:gd name="connsiteX1" fmla="*/ 58236 w 1442193"/>
                <a:gd name="connsiteY1" fmla="*/ 507788 h 1312626"/>
                <a:gd name="connsiteX2" fmla="*/ 8809 w 1442193"/>
                <a:gd name="connsiteY2" fmla="*/ 791994 h 1312626"/>
                <a:gd name="connsiteX3" fmla="*/ 194160 w 1442193"/>
                <a:gd name="connsiteY3" fmla="*/ 1039129 h 1312626"/>
                <a:gd name="connsiteX4" fmla="*/ 409888 w 1442193"/>
                <a:gd name="connsiteY4" fmla="*/ 1243530 h 1312626"/>
                <a:gd name="connsiteX5" fmla="*/ 601933 w 1442193"/>
                <a:gd name="connsiteY5" fmla="*/ 1310977 h 1312626"/>
                <a:gd name="connsiteX6" fmla="*/ 923209 w 1442193"/>
                <a:gd name="connsiteY6" fmla="*/ 1187410 h 1312626"/>
                <a:gd name="connsiteX7" fmla="*/ 1306268 w 1442193"/>
                <a:gd name="connsiteY7" fmla="*/ 866134 h 1312626"/>
                <a:gd name="connsiteX8" fmla="*/ 1442193 w 1442193"/>
                <a:gd name="connsiteY8" fmla="*/ 618999 h 1312626"/>
                <a:gd name="connsiteX9" fmla="*/ 1306268 w 1442193"/>
                <a:gd name="connsiteY9" fmla="*/ 334794 h 1312626"/>
                <a:gd name="connsiteX10" fmla="*/ 997349 w 1442193"/>
                <a:gd name="connsiteY10" fmla="*/ 75302 h 1312626"/>
                <a:gd name="connsiteX11" fmla="*/ 688430 w 1442193"/>
                <a:gd name="connsiteY11" fmla="*/ 13518 h 1312626"/>
                <a:gd name="connsiteX12" fmla="*/ 243587 w 1442193"/>
                <a:gd name="connsiteY12" fmla="*/ 297723 h 1312626"/>
                <a:gd name="connsiteX0" fmla="*/ 305371 w 1442193"/>
                <a:gd name="connsiteY0" fmla="*/ 260821 h 1312794"/>
                <a:gd name="connsiteX1" fmla="*/ 58236 w 1442193"/>
                <a:gd name="connsiteY1" fmla="*/ 507956 h 1312794"/>
                <a:gd name="connsiteX2" fmla="*/ 8809 w 1442193"/>
                <a:gd name="connsiteY2" fmla="*/ 792162 h 1312794"/>
                <a:gd name="connsiteX3" fmla="*/ 194160 w 1442193"/>
                <a:gd name="connsiteY3" fmla="*/ 1039297 h 1312794"/>
                <a:gd name="connsiteX4" fmla="*/ 409888 w 1442193"/>
                <a:gd name="connsiteY4" fmla="*/ 1243698 h 1312794"/>
                <a:gd name="connsiteX5" fmla="*/ 601933 w 1442193"/>
                <a:gd name="connsiteY5" fmla="*/ 1311145 h 1312794"/>
                <a:gd name="connsiteX6" fmla="*/ 923209 w 1442193"/>
                <a:gd name="connsiteY6" fmla="*/ 1187578 h 1312794"/>
                <a:gd name="connsiteX7" fmla="*/ 1306268 w 1442193"/>
                <a:gd name="connsiteY7" fmla="*/ 866302 h 1312794"/>
                <a:gd name="connsiteX8" fmla="*/ 1442193 w 1442193"/>
                <a:gd name="connsiteY8" fmla="*/ 619167 h 1312794"/>
                <a:gd name="connsiteX9" fmla="*/ 1306268 w 1442193"/>
                <a:gd name="connsiteY9" fmla="*/ 334962 h 1312794"/>
                <a:gd name="connsiteX10" fmla="*/ 997349 w 1442193"/>
                <a:gd name="connsiteY10" fmla="*/ 75470 h 1312794"/>
                <a:gd name="connsiteX11" fmla="*/ 688430 w 1442193"/>
                <a:gd name="connsiteY11" fmla="*/ 13686 h 1312794"/>
                <a:gd name="connsiteX12" fmla="*/ 260256 w 1442193"/>
                <a:gd name="connsiteY12" fmla="*/ 300272 h 1312794"/>
                <a:gd name="connsiteX0" fmla="*/ 305371 w 1442193"/>
                <a:gd name="connsiteY0" fmla="*/ 260654 h 1312627"/>
                <a:gd name="connsiteX1" fmla="*/ 58236 w 1442193"/>
                <a:gd name="connsiteY1" fmla="*/ 507789 h 1312627"/>
                <a:gd name="connsiteX2" fmla="*/ 8809 w 1442193"/>
                <a:gd name="connsiteY2" fmla="*/ 791995 h 1312627"/>
                <a:gd name="connsiteX3" fmla="*/ 194160 w 1442193"/>
                <a:gd name="connsiteY3" fmla="*/ 1039130 h 1312627"/>
                <a:gd name="connsiteX4" fmla="*/ 409888 w 1442193"/>
                <a:gd name="connsiteY4" fmla="*/ 1243531 h 1312627"/>
                <a:gd name="connsiteX5" fmla="*/ 601933 w 1442193"/>
                <a:gd name="connsiteY5" fmla="*/ 1310978 h 1312627"/>
                <a:gd name="connsiteX6" fmla="*/ 923209 w 1442193"/>
                <a:gd name="connsiteY6" fmla="*/ 1187411 h 1312627"/>
                <a:gd name="connsiteX7" fmla="*/ 1306268 w 1442193"/>
                <a:gd name="connsiteY7" fmla="*/ 866135 h 1312627"/>
                <a:gd name="connsiteX8" fmla="*/ 1442193 w 1442193"/>
                <a:gd name="connsiteY8" fmla="*/ 619000 h 1312627"/>
                <a:gd name="connsiteX9" fmla="*/ 1306268 w 1442193"/>
                <a:gd name="connsiteY9" fmla="*/ 334795 h 1312627"/>
                <a:gd name="connsiteX10" fmla="*/ 997349 w 1442193"/>
                <a:gd name="connsiteY10" fmla="*/ 75303 h 1312627"/>
                <a:gd name="connsiteX11" fmla="*/ 688430 w 1442193"/>
                <a:gd name="connsiteY11" fmla="*/ 13519 h 1312627"/>
                <a:gd name="connsiteX12" fmla="*/ 253112 w 1442193"/>
                <a:gd name="connsiteY12" fmla="*/ 297723 h 1312627"/>
                <a:gd name="connsiteX0" fmla="*/ 305371 w 1442193"/>
                <a:gd name="connsiteY0" fmla="*/ 257812 h 1309785"/>
                <a:gd name="connsiteX1" fmla="*/ 58236 w 1442193"/>
                <a:gd name="connsiteY1" fmla="*/ 504947 h 1309785"/>
                <a:gd name="connsiteX2" fmla="*/ 8809 w 1442193"/>
                <a:gd name="connsiteY2" fmla="*/ 789153 h 1309785"/>
                <a:gd name="connsiteX3" fmla="*/ 194160 w 1442193"/>
                <a:gd name="connsiteY3" fmla="*/ 1036288 h 1309785"/>
                <a:gd name="connsiteX4" fmla="*/ 409888 w 1442193"/>
                <a:gd name="connsiteY4" fmla="*/ 1240689 h 1309785"/>
                <a:gd name="connsiteX5" fmla="*/ 601933 w 1442193"/>
                <a:gd name="connsiteY5" fmla="*/ 1308136 h 1309785"/>
                <a:gd name="connsiteX6" fmla="*/ 923209 w 1442193"/>
                <a:gd name="connsiteY6" fmla="*/ 1184569 h 1309785"/>
                <a:gd name="connsiteX7" fmla="*/ 1306268 w 1442193"/>
                <a:gd name="connsiteY7" fmla="*/ 863293 h 1309785"/>
                <a:gd name="connsiteX8" fmla="*/ 1442193 w 1442193"/>
                <a:gd name="connsiteY8" fmla="*/ 616158 h 1309785"/>
                <a:gd name="connsiteX9" fmla="*/ 1306268 w 1442193"/>
                <a:gd name="connsiteY9" fmla="*/ 331953 h 1309785"/>
                <a:gd name="connsiteX10" fmla="*/ 997349 w 1442193"/>
                <a:gd name="connsiteY10" fmla="*/ 72461 h 1309785"/>
                <a:gd name="connsiteX11" fmla="*/ 688430 w 1442193"/>
                <a:gd name="connsiteY11" fmla="*/ 10677 h 1309785"/>
                <a:gd name="connsiteX12" fmla="*/ 295974 w 1442193"/>
                <a:gd name="connsiteY12" fmla="*/ 254400 h 1309785"/>
                <a:gd name="connsiteX0" fmla="*/ 305371 w 1442193"/>
                <a:gd name="connsiteY0" fmla="*/ 257812 h 1309785"/>
                <a:gd name="connsiteX1" fmla="*/ 58236 w 1442193"/>
                <a:gd name="connsiteY1" fmla="*/ 504947 h 1309785"/>
                <a:gd name="connsiteX2" fmla="*/ 8809 w 1442193"/>
                <a:gd name="connsiteY2" fmla="*/ 789153 h 1309785"/>
                <a:gd name="connsiteX3" fmla="*/ 194160 w 1442193"/>
                <a:gd name="connsiteY3" fmla="*/ 1036288 h 1309785"/>
                <a:gd name="connsiteX4" fmla="*/ 409888 w 1442193"/>
                <a:gd name="connsiteY4" fmla="*/ 1240689 h 1309785"/>
                <a:gd name="connsiteX5" fmla="*/ 601933 w 1442193"/>
                <a:gd name="connsiteY5" fmla="*/ 1308136 h 1309785"/>
                <a:gd name="connsiteX6" fmla="*/ 923209 w 1442193"/>
                <a:gd name="connsiteY6" fmla="*/ 1184569 h 1309785"/>
                <a:gd name="connsiteX7" fmla="*/ 1306268 w 1442193"/>
                <a:gd name="connsiteY7" fmla="*/ 863293 h 1309785"/>
                <a:gd name="connsiteX8" fmla="*/ 1442193 w 1442193"/>
                <a:gd name="connsiteY8" fmla="*/ 616158 h 1309785"/>
                <a:gd name="connsiteX9" fmla="*/ 1306268 w 1442193"/>
                <a:gd name="connsiteY9" fmla="*/ 331953 h 1309785"/>
                <a:gd name="connsiteX10" fmla="*/ 997349 w 1442193"/>
                <a:gd name="connsiteY10" fmla="*/ 72461 h 1309785"/>
                <a:gd name="connsiteX11" fmla="*/ 688430 w 1442193"/>
                <a:gd name="connsiteY11" fmla="*/ 10677 h 1309785"/>
                <a:gd name="connsiteX12" fmla="*/ 307881 w 1442193"/>
                <a:gd name="connsiteY12" fmla="*/ 254400 h 1309785"/>
                <a:gd name="connsiteX0" fmla="*/ 305371 w 1442193"/>
                <a:gd name="connsiteY0" fmla="*/ 258143 h 1310116"/>
                <a:gd name="connsiteX1" fmla="*/ 58236 w 1442193"/>
                <a:gd name="connsiteY1" fmla="*/ 505278 h 1310116"/>
                <a:gd name="connsiteX2" fmla="*/ 8809 w 1442193"/>
                <a:gd name="connsiteY2" fmla="*/ 789484 h 1310116"/>
                <a:gd name="connsiteX3" fmla="*/ 194160 w 1442193"/>
                <a:gd name="connsiteY3" fmla="*/ 1036619 h 1310116"/>
                <a:gd name="connsiteX4" fmla="*/ 409888 w 1442193"/>
                <a:gd name="connsiteY4" fmla="*/ 1241020 h 1310116"/>
                <a:gd name="connsiteX5" fmla="*/ 601933 w 1442193"/>
                <a:gd name="connsiteY5" fmla="*/ 1308467 h 1310116"/>
                <a:gd name="connsiteX6" fmla="*/ 923209 w 1442193"/>
                <a:gd name="connsiteY6" fmla="*/ 1184900 h 1310116"/>
                <a:gd name="connsiteX7" fmla="*/ 1306268 w 1442193"/>
                <a:gd name="connsiteY7" fmla="*/ 863624 h 1310116"/>
                <a:gd name="connsiteX8" fmla="*/ 1442193 w 1442193"/>
                <a:gd name="connsiteY8" fmla="*/ 616489 h 1310116"/>
                <a:gd name="connsiteX9" fmla="*/ 1306268 w 1442193"/>
                <a:gd name="connsiteY9" fmla="*/ 332284 h 1310116"/>
                <a:gd name="connsiteX10" fmla="*/ 997349 w 1442193"/>
                <a:gd name="connsiteY10" fmla="*/ 72792 h 1310116"/>
                <a:gd name="connsiteX11" fmla="*/ 688430 w 1442193"/>
                <a:gd name="connsiteY11" fmla="*/ 11008 h 1310116"/>
                <a:gd name="connsiteX12" fmla="*/ 298356 w 1442193"/>
                <a:gd name="connsiteY12" fmla="*/ 259493 h 1310116"/>
                <a:gd name="connsiteX0" fmla="*/ 305371 w 1442193"/>
                <a:gd name="connsiteY0" fmla="*/ 258476 h 1310449"/>
                <a:gd name="connsiteX1" fmla="*/ 58236 w 1442193"/>
                <a:gd name="connsiteY1" fmla="*/ 505611 h 1310449"/>
                <a:gd name="connsiteX2" fmla="*/ 8809 w 1442193"/>
                <a:gd name="connsiteY2" fmla="*/ 789817 h 1310449"/>
                <a:gd name="connsiteX3" fmla="*/ 194160 w 1442193"/>
                <a:gd name="connsiteY3" fmla="*/ 1036952 h 1310449"/>
                <a:gd name="connsiteX4" fmla="*/ 409888 w 1442193"/>
                <a:gd name="connsiteY4" fmla="*/ 1241353 h 1310449"/>
                <a:gd name="connsiteX5" fmla="*/ 601933 w 1442193"/>
                <a:gd name="connsiteY5" fmla="*/ 1308800 h 1310449"/>
                <a:gd name="connsiteX6" fmla="*/ 923209 w 1442193"/>
                <a:gd name="connsiteY6" fmla="*/ 1185233 h 1310449"/>
                <a:gd name="connsiteX7" fmla="*/ 1306268 w 1442193"/>
                <a:gd name="connsiteY7" fmla="*/ 863957 h 1310449"/>
                <a:gd name="connsiteX8" fmla="*/ 1442193 w 1442193"/>
                <a:gd name="connsiteY8" fmla="*/ 616822 h 1310449"/>
                <a:gd name="connsiteX9" fmla="*/ 1306268 w 1442193"/>
                <a:gd name="connsiteY9" fmla="*/ 332617 h 1310449"/>
                <a:gd name="connsiteX10" fmla="*/ 997349 w 1442193"/>
                <a:gd name="connsiteY10" fmla="*/ 73125 h 1310449"/>
                <a:gd name="connsiteX11" fmla="*/ 688430 w 1442193"/>
                <a:gd name="connsiteY11" fmla="*/ 11341 h 1310449"/>
                <a:gd name="connsiteX12" fmla="*/ 295975 w 1442193"/>
                <a:gd name="connsiteY12" fmla="*/ 264589 h 1310449"/>
                <a:gd name="connsiteX0" fmla="*/ 305371 w 1442193"/>
                <a:gd name="connsiteY0" fmla="*/ 258476 h 1332161"/>
                <a:gd name="connsiteX1" fmla="*/ 58236 w 1442193"/>
                <a:gd name="connsiteY1" fmla="*/ 505611 h 1332161"/>
                <a:gd name="connsiteX2" fmla="*/ 8809 w 1442193"/>
                <a:gd name="connsiteY2" fmla="*/ 789817 h 1332161"/>
                <a:gd name="connsiteX3" fmla="*/ 194160 w 1442193"/>
                <a:gd name="connsiteY3" fmla="*/ 1036952 h 1332161"/>
                <a:gd name="connsiteX4" fmla="*/ 409888 w 1442193"/>
                <a:gd name="connsiteY4" fmla="*/ 1241353 h 1332161"/>
                <a:gd name="connsiteX5" fmla="*/ 627333 w 1442193"/>
                <a:gd name="connsiteY5" fmla="*/ 1331025 h 1332161"/>
                <a:gd name="connsiteX6" fmla="*/ 923209 w 1442193"/>
                <a:gd name="connsiteY6" fmla="*/ 1185233 h 1332161"/>
                <a:gd name="connsiteX7" fmla="*/ 1306268 w 1442193"/>
                <a:gd name="connsiteY7" fmla="*/ 863957 h 1332161"/>
                <a:gd name="connsiteX8" fmla="*/ 1442193 w 1442193"/>
                <a:gd name="connsiteY8" fmla="*/ 616822 h 1332161"/>
                <a:gd name="connsiteX9" fmla="*/ 1306268 w 1442193"/>
                <a:gd name="connsiteY9" fmla="*/ 332617 h 1332161"/>
                <a:gd name="connsiteX10" fmla="*/ 997349 w 1442193"/>
                <a:gd name="connsiteY10" fmla="*/ 73125 h 1332161"/>
                <a:gd name="connsiteX11" fmla="*/ 688430 w 1442193"/>
                <a:gd name="connsiteY11" fmla="*/ 11341 h 1332161"/>
                <a:gd name="connsiteX12" fmla="*/ 295975 w 1442193"/>
                <a:gd name="connsiteY12" fmla="*/ 264589 h 1332161"/>
                <a:gd name="connsiteX0" fmla="*/ 305371 w 1435843"/>
                <a:gd name="connsiteY0" fmla="*/ 258476 h 1332161"/>
                <a:gd name="connsiteX1" fmla="*/ 58236 w 1435843"/>
                <a:gd name="connsiteY1" fmla="*/ 505611 h 1332161"/>
                <a:gd name="connsiteX2" fmla="*/ 8809 w 1435843"/>
                <a:gd name="connsiteY2" fmla="*/ 789817 h 1332161"/>
                <a:gd name="connsiteX3" fmla="*/ 194160 w 1435843"/>
                <a:gd name="connsiteY3" fmla="*/ 1036952 h 1332161"/>
                <a:gd name="connsiteX4" fmla="*/ 409888 w 1435843"/>
                <a:gd name="connsiteY4" fmla="*/ 1241353 h 1332161"/>
                <a:gd name="connsiteX5" fmla="*/ 627333 w 1435843"/>
                <a:gd name="connsiteY5" fmla="*/ 1331025 h 1332161"/>
                <a:gd name="connsiteX6" fmla="*/ 923209 w 1435843"/>
                <a:gd name="connsiteY6" fmla="*/ 1185233 h 1332161"/>
                <a:gd name="connsiteX7" fmla="*/ 1306268 w 1435843"/>
                <a:gd name="connsiteY7" fmla="*/ 863957 h 1332161"/>
                <a:gd name="connsiteX8" fmla="*/ 1435843 w 1435843"/>
                <a:gd name="connsiteY8" fmla="*/ 623172 h 1332161"/>
                <a:gd name="connsiteX9" fmla="*/ 1306268 w 1435843"/>
                <a:gd name="connsiteY9" fmla="*/ 332617 h 1332161"/>
                <a:gd name="connsiteX10" fmla="*/ 997349 w 1435843"/>
                <a:gd name="connsiteY10" fmla="*/ 73125 h 1332161"/>
                <a:gd name="connsiteX11" fmla="*/ 688430 w 1435843"/>
                <a:gd name="connsiteY11" fmla="*/ 11341 h 1332161"/>
                <a:gd name="connsiteX12" fmla="*/ 295975 w 1435843"/>
                <a:gd name="connsiteY12" fmla="*/ 264589 h 1332161"/>
                <a:gd name="connsiteX0" fmla="*/ 305371 w 1435847"/>
                <a:gd name="connsiteY0" fmla="*/ 258622 h 1332307"/>
                <a:gd name="connsiteX1" fmla="*/ 58236 w 1435847"/>
                <a:gd name="connsiteY1" fmla="*/ 505757 h 1332307"/>
                <a:gd name="connsiteX2" fmla="*/ 8809 w 1435847"/>
                <a:gd name="connsiteY2" fmla="*/ 789963 h 1332307"/>
                <a:gd name="connsiteX3" fmla="*/ 194160 w 1435847"/>
                <a:gd name="connsiteY3" fmla="*/ 1037098 h 1332307"/>
                <a:gd name="connsiteX4" fmla="*/ 409888 w 1435847"/>
                <a:gd name="connsiteY4" fmla="*/ 1241499 h 1332307"/>
                <a:gd name="connsiteX5" fmla="*/ 627333 w 1435847"/>
                <a:gd name="connsiteY5" fmla="*/ 1331171 h 1332307"/>
                <a:gd name="connsiteX6" fmla="*/ 923209 w 1435847"/>
                <a:gd name="connsiteY6" fmla="*/ 1185379 h 1332307"/>
                <a:gd name="connsiteX7" fmla="*/ 1306268 w 1435847"/>
                <a:gd name="connsiteY7" fmla="*/ 864103 h 1332307"/>
                <a:gd name="connsiteX8" fmla="*/ 1435843 w 1435847"/>
                <a:gd name="connsiteY8" fmla="*/ 623318 h 1332307"/>
                <a:gd name="connsiteX9" fmla="*/ 1303093 w 1435847"/>
                <a:gd name="connsiteY9" fmla="*/ 339113 h 1332307"/>
                <a:gd name="connsiteX10" fmla="*/ 997349 w 1435847"/>
                <a:gd name="connsiteY10" fmla="*/ 73271 h 1332307"/>
                <a:gd name="connsiteX11" fmla="*/ 688430 w 1435847"/>
                <a:gd name="connsiteY11" fmla="*/ 11487 h 1332307"/>
                <a:gd name="connsiteX12" fmla="*/ 295975 w 1435847"/>
                <a:gd name="connsiteY12" fmla="*/ 264735 h 1332307"/>
                <a:gd name="connsiteX0" fmla="*/ 305371 w 1435847"/>
                <a:gd name="connsiteY0" fmla="*/ 257598 h 1331283"/>
                <a:gd name="connsiteX1" fmla="*/ 58236 w 1435847"/>
                <a:gd name="connsiteY1" fmla="*/ 504733 h 1331283"/>
                <a:gd name="connsiteX2" fmla="*/ 8809 w 1435847"/>
                <a:gd name="connsiteY2" fmla="*/ 788939 h 1331283"/>
                <a:gd name="connsiteX3" fmla="*/ 194160 w 1435847"/>
                <a:gd name="connsiteY3" fmla="*/ 1036074 h 1331283"/>
                <a:gd name="connsiteX4" fmla="*/ 409888 w 1435847"/>
                <a:gd name="connsiteY4" fmla="*/ 1240475 h 1331283"/>
                <a:gd name="connsiteX5" fmla="*/ 627333 w 1435847"/>
                <a:gd name="connsiteY5" fmla="*/ 1330147 h 1331283"/>
                <a:gd name="connsiteX6" fmla="*/ 923209 w 1435847"/>
                <a:gd name="connsiteY6" fmla="*/ 1184355 h 1331283"/>
                <a:gd name="connsiteX7" fmla="*/ 1306268 w 1435847"/>
                <a:gd name="connsiteY7" fmla="*/ 863079 h 1331283"/>
                <a:gd name="connsiteX8" fmla="*/ 1435843 w 1435847"/>
                <a:gd name="connsiteY8" fmla="*/ 622294 h 1331283"/>
                <a:gd name="connsiteX9" fmla="*/ 1303093 w 1435847"/>
                <a:gd name="connsiteY9" fmla="*/ 338089 h 1331283"/>
                <a:gd name="connsiteX10" fmla="*/ 1016399 w 1435847"/>
                <a:gd name="connsiteY10" fmla="*/ 77010 h 1331283"/>
                <a:gd name="connsiteX11" fmla="*/ 688430 w 1435847"/>
                <a:gd name="connsiteY11" fmla="*/ 10463 h 1331283"/>
                <a:gd name="connsiteX12" fmla="*/ 295975 w 1435847"/>
                <a:gd name="connsiteY12" fmla="*/ 263711 h 1331283"/>
                <a:gd name="connsiteX0" fmla="*/ 305371 w 1436043"/>
                <a:gd name="connsiteY0" fmla="*/ 257598 h 1331283"/>
                <a:gd name="connsiteX1" fmla="*/ 58236 w 1436043"/>
                <a:gd name="connsiteY1" fmla="*/ 504733 h 1331283"/>
                <a:gd name="connsiteX2" fmla="*/ 8809 w 1436043"/>
                <a:gd name="connsiteY2" fmla="*/ 788939 h 1331283"/>
                <a:gd name="connsiteX3" fmla="*/ 194160 w 1436043"/>
                <a:gd name="connsiteY3" fmla="*/ 1036074 h 1331283"/>
                <a:gd name="connsiteX4" fmla="*/ 409888 w 1436043"/>
                <a:gd name="connsiteY4" fmla="*/ 1240475 h 1331283"/>
                <a:gd name="connsiteX5" fmla="*/ 627333 w 1436043"/>
                <a:gd name="connsiteY5" fmla="*/ 1330147 h 1331283"/>
                <a:gd name="connsiteX6" fmla="*/ 923209 w 1436043"/>
                <a:gd name="connsiteY6" fmla="*/ 1184355 h 1331283"/>
                <a:gd name="connsiteX7" fmla="*/ 1306268 w 1436043"/>
                <a:gd name="connsiteY7" fmla="*/ 863079 h 1331283"/>
                <a:gd name="connsiteX8" fmla="*/ 1435843 w 1436043"/>
                <a:gd name="connsiteY8" fmla="*/ 622294 h 1331283"/>
                <a:gd name="connsiteX9" fmla="*/ 1284043 w 1436043"/>
                <a:gd name="connsiteY9" fmla="*/ 338089 h 1331283"/>
                <a:gd name="connsiteX10" fmla="*/ 1016399 w 1436043"/>
                <a:gd name="connsiteY10" fmla="*/ 77010 h 1331283"/>
                <a:gd name="connsiteX11" fmla="*/ 688430 w 1436043"/>
                <a:gd name="connsiteY11" fmla="*/ 10463 h 1331283"/>
                <a:gd name="connsiteX12" fmla="*/ 295975 w 1436043"/>
                <a:gd name="connsiteY12" fmla="*/ 263711 h 1331283"/>
                <a:gd name="connsiteX0" fmla="*/ 305371 w 1436043"/>
                <a:gd name="connsiteY0" fmla="*/ 257598 h 1331283"/>
                <a:gd name="connsiteX1" fmla="*/ 58236 w 1436043"/>
                <a:gd name="connsiteY1" fmla="*/ 504733 h 1331283"/>
                <a:gd name="connsiteX2" fmla="*/ 8809 w 1436043"/>
                <a:gd name="connsiteY2" fmla="*/ 788939 h 1331283"/>
                <a:gd name="connsiteX3" fmla="*/ 194160 w 1436043"/>
                <a:gd name="connsiteY3" fmla="*/ 1036074 h 1331283"/>
                <a:gd name="connsiteX4" fmla="*/ 409888 w 1436043"/>
                <a:gd name="connsiteY4" fmla="*/ 1240475 h 1331283"/>
                <a:gd name="connsiteX5" fmla="*/ 627333 w 1436043"/>
                <a:gd name="connsiteY5" fmla="*/ 1330147 h 1331283"/>
                <a:gd name="connsiteX6" fmla="*/ 923209 w 1436043"/>
                <a:gd name="connsiteY6" fmla="*/ 1184355 h 1331283"/>
                <a:gd name="connsiteX7" fmla="*/ 1306268 w 1436043"/>
                <a:gd name="connsiteY7" fmla="*/ 863079 h 1331283"/>
                <a:gd name="connsiteX8" fmla="*/ 1435843 w 1436043"/>
                <a:gd name="connsiteY8" fmla="*/ 622294 h 1331283"/>
                <a:gd name="connsiteX9" fmla="*/ 1284043 w 1436043"/>
                <a:gd name="connsiteY9" fmla="*/ 338089 h 1331283"/>
                <a:gd name="connsiteX10" fmla="*/ 1006874 w 1436043"/>
                <a:gd name="connsiteY10" fmla="*/ 77010 h 1331283"/>
                <a:gd name="connsiteX11" fmla="*/ 688430 w 1436043"/>
                <a:gd name="connsiteY11" fmla="*/ 10463 h 1331283"/>
                <a:gd name="connsiteX12" fmla="*/ 295975 w 1436043"/>
                <a:gd name="connsiteY12" fmla="*/ 263711 h 1331283"/>
                <a:gd name="connsiteX0" fmla="*/ 305371 w 1436043"/>
                <a:gd name="connsiteY0" fmla="*/ 257598 h 1331283"/>
                <a:gd name="connsiteX1" fmla="*/ 58236 w 1436043"/>
                <a:gd name="connsiteY1" fmla="*/ 504733 h 1331283"/>
                <a:gd name="connsiteX2" fmla="*/ 8809 w 1436043"/>
                <a:gd name="connsiteY2" fmla="*/ 788939 h 1331283"/>
                <a:gd name="connsiteX3" fmla="*/ 194160 w 1436043"/>
                <a:gd name="connsiteY3" fmla="*/ 1036074 h 1331283"/>
                <a:gd name="connsiteX4" fmla="*/ 409888 w 1436043"/>
                <a:gd name="connsiteY4" fmla="*/ 1240475 h 1331283"/>
                <a:gd name="connsiteX5" fmla="*/ 627333 w 1436043"/>
                <a:gd name="connsiteY5" fmla="*/ 1330147 h 1331283"/>
                <a:gd name="connsiteX6" fmla="*/ 923209 w 1436043"/>
                <a:gd name="connsiteY6" fmla="*/ 1184355 h 1331283"/>
                <a:gd name="connsiteX7" fmla="*/ 1306268 w 1436043"/>
                <a:gd name="connsiteY7" fmla="*/ 863079 h 1331283"/>
                <a:gd name="connsiteX8" fmla="*/ 1435843 w 1436043"/>
                <a:gd name="connsiteY8" fmla="*/ 622294 h 1331283"/>
                <a:gd name="connsiteX9" fmla="*/ 1284043 w 1436043"/>
                <a:gd name="connsiteY9" fmla="*/ 338089 h 1331283"/>
                <a:gd name="connsiteX10" fmla="*/ 1006874 w 1436043"/>
                <a:gd name="connsiteY10" fmla="*/ 77010 h 1331283"/>
                <a:gd name="connsiteX11" fmla="*/ 688430 w 1436043"/>
                <a:gd name="connsiteY11" fmla="*/ 10463 h 1331283"/>
                <a:gd name="connsiteX12" fmla="*/ 295975 w 1436043"/>
                <a:gd name="connsiteY12" fmla="*/ 263711 h 1331283"/>
                <a:gd name="connsiteX0" fmla="*/ 305371 w 1436043"/>
                <a:gd name="connsiteY0" fmla="*/ 257598 h 1331283"/>
                <a:gd name="connsiteX1" fmla="*/ 58236 w 1436043"/>
                <a:gd name="connsiteY1" fmla="*/ 504733 h 1331283"/>
                <a:gd name="connsiteX2" fmla="*/ 8809 w 1436043"/>
                <a:gd name="connsiteY2" fmla="*/ 788939 h 1331283"/>
                <a:gd name="connsiteX3" fmla="*/ 194160 w 1436043"/>
                <a:gd name="connsiteY3" fmla="*/ 1036074 h 1331283"/>
                <a:gd name="connsiteX4" fmla="*/ 409888 w 1436043"/>
                <a:gd name="connsiteY4" fmla="*/ 1240475 h 1331283"/>
                <a:gd name="connsiteX5" fmla="*/ 627333 w 1436043"/>
                <a:gd name="connsiteY5" fmla="*/ 1330147 h 1331283"/>
                <a:gd name="connsiteX6" fmla="*/ 923209 w 1436043"/>
                <a:gd name="connsiteY6" fmla="*/ 1184355 h 1331283"/>
                <a:gd name="connsiteX7" fmla="*/ 1306268 w 1436043"/>
                <a:gd name="connsiteY7" fmla="*/ 863079 h 1331283"/>
                <a:gd name="connsiteX8" fmla="*/ 1435843 w 1436043"/>
                <a:gd name="connsiteY8" fmla="*/ 622294 h 1331283"/>
                <a:gd name="connsiteX9" fmla="*/ 1284043 w 1436043"/>
                <a:gd name="connsiteY9" fmla="*/ 338089 h 1331283"/>
                <a:gd name="connsiteX10" fmla="*/ 1006874 w 1436043"/>
                <a:gd name="connsiteY10" fmla="*/ 77010 h 1331283"/>
                <a:gd name="connsiteX11" fmla="*/ 688430 w 1436043"/>
                <a:gd name="connsiteY11" fmla="*/ 10463 h 1331283"/>
                <a:gd name="connsiteX12" fmla="*/ 295975 w 1436043"/>
                <a:gd name="connsiteY12" fmla="*/ 263711 h 133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36043" h="1331283">
                  <a:moveTo>
                    <a:pt x="305371" y="257598"/>
                  </a:moveTo>
                  <a:cubicBezTo>
                    <a:pt x="206517" y="336887"/>
                    <a:pt x="107663" y="416176"/>
                    <a:pt x="58236" y="504733"/>
                  </a:cubicBezTo>
                  <a:cubicBezTo>
                    <a:pt x="8809" y="593290"/>
                    <a:pt x="-13845" y="700382"/>
                    <a:pt x="8809" y="788939"/>
                  </a:cubicBezTo>
                  <a:cubicBezTo>
                    <a:pt x="31463" y="877496"/>
                    <a:pt x="127313" y="960818"/>
                    <a:pt x="194160" y="1036074"/>
                  </a:cubicBezTo>
                  <a:cubicBezTo>
                    <a:pt x="261007" y="1111330"/>
                    <a:pt x="337692" y="1191463"/>
                    <a:pt x="409888" y="1240475"/>
                  </a:cubicBezTo>
                  <a:cubicBezTo>
                    <a:pt x="482084" y="1289487"/>
                    <a:pt x="541780" y="1339500"/>
                    <a:pt x="627333" y="1330147"/>
                  </a:cubicBezTo>
                  <a:cubicBezTo>
                    <a:pt x="712886" y="1320794"/>
                    <a:pt x="810053" y="1262200"/>
                    <a:pt x="923209" y="1184355"/>
                  </a:cubicBezTo>
                  <a:cubicBezTo>
                    <a:pt x="1036365" y="1106510"/>
                    <a:pt x="1220829" y="956756"/>
                    <a:pt x="1306268" y="863079"/>
                  </a:cubicBezTo>
                  <a:cubicBezTo>
                    <a:pt x="1391707" y="769402"/>
                    <a:pt x="1439547" y="709792"/>
                    <a:pt x="1435843" y="622294"/>
                  </a:cubicBezTo>
                  <a:cubicBezTo>
                    <a:pt x="1432139" y="534796"/>
                    <a:pt x="1379351" y="452783"/>
                    <a:pt x="1284043" y="338089"/>
                  </a:cubicBezTo>
                  <a:cubicBezTo>
                    <a:pt x="1188735" y="223395"/>
                    <a:pt x="1106143" y="131614"/>
                    <a:pt x="1006874" y="77010"/>
                  </a:cubicBezTo>
                  <a:cubicBezTo>
                    <a:pt x="907605" y="22406"/>
                    <a:pt x="806913" y="-20654"/>
                    <a:pt x="688430" y="10463"/>
                  </a:cubicBezTo>
                  <a:cubicBezTo>
                    <a:pt x="569947" y="41580"/>
                    <a:pt x="455583" y="140143"/>
                    <a:pt x="295975" y="263711"/>
                  </a:cubicBezTo>
                </a:path>
              </a:pathLst>
            </a:custGeom>
            <a:solidFill>
              <a:srgbClr val="E2007B"/>
            </a:solidFill>
            <a:ln w="57150">
              <a:solidFill>
                <a:srgbClr val="E2007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776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10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lexo" pitchFamily="50" charset="0"/>
                <a:ea typeface="+mn-ea"/>
                <a:cs typeface="+mn-cs"/>
              </a:endParaRPr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FBFCF588-3995-4E60-A5A6-CF7A81942649}"/>
                </a:ext>
              </a:extLst>
            </p:cNvPr>
            <p:cNvSpPr/>
            <p:nvPr userDrawn="1"/>
          </p:nvSpPr>
          <p:spPr>
            <a:xfrm>
              <a:off x="10522123" y="365984"/>
              <a:ext cx="684185" cy="631032"/>
            </a:xfrm>
            <a:custGeom>
              <a:avLst/>
              <a:gdLst>
                <a:gd name="connsiteX0" fmla="*/ 305371 w 1442193"/>
                <a:gd name="connsiteY0" fmla="*/ 260653 h 1311522"/>
                <a:gd name="connsiteX1" fmla="*/ 58236 w 1442193"/>
                <a:gd name="connsiteY1" fmla="*/ 507788 h 1311522"/>
                <a:gd name="connsiteX2" fmla="*/ 8809 w 1442193"/>
                <a:gd name="connsiteY2" fmla="*/ 791994 h 1311522"/>
                <a:gd name="connsiteX3" fmla="*/ 194160 w 1442193"/>
                <a:gd name="connsiteY3" fmla="*/ 1039129 h 1311522"/>
                <a:gd name="connsiteX4" fmla="*/ 428938 w 1442193"/>
                <a:gd name="connsiteY4" fmla="*/ 1224480 h 1311522"/>
                <a:gd name="connsiteX5" fmla="*/ 601933 w 1442193"/>
                <a:gd name="connsiteY5" fmla="*/ 1310977 h 1311522"/>
                <a:gd name="connsiteX6" fmla="*/ 923209 w 1442193"/>
                <a:gd name="connsiteY6" fmla="*/ 1187410 h 1311522"/>
                <a:gd name="connsiteX7" fmla="*/ 1306268 w 1442193"/>
                <a:gd name="connsiteY7" fmla="*/ 866134 h 1311522"/>
                <a:gd name="connsiteX8" fmla="*/ 1442193 w 1442193"/>
                <a:gd name="connsiteY8" fmla="*/ 618999 h 1311522"/>
                <a:gd name="connsiteX9" fmla="*/ 1306268 w 1442193"/>
                <a:gd name="connsiteY9" fmla="*/ 334794 h 1311522"/>
                <a:gd name="connsiteX10" fmla="*/ 997349 w 1442193"/>
                <a:gd name="connsiteY10" fmla="*/ 75302 h 1311522"/>
                <a:gd name="connsiteX11" fmla="*/ 688430 w 1442193"/>
                <a:gd name="connsiteY11" fmla="*/ 13518 h 1311522"/>
                <a:gd name="connsiteX12" fmla="*/ 243587 w 1442193"/>
                <a:gd name="connsiteY12" fmla="*/ 297723 h 1311522"/>
                <a:gd name="connsiteX0" fmla="*/ 305371 w 1442193"/>
                <a:gd name="connsiteY0" fmla="*/ 260653 h 1312626"/>
                <a:gd name="connsiteX1" fmla="*/ 58236 w 1442193"/>
                <a:gd name="connsiteY1" fmla="*/ 507788 h 1312626"/>
                <a:gd name="connsiteX2" fmla="*/ 8809 w 1442193"/>
                <a:gd name="connsiteY2" fmla="*/ 791994 h 1312626"/>
                <a:gd name="connsiteX3" fmla="*/ 194160 w 1442193"/>
                <a:gd name="connsiteY3" fmla="*/ 1039129 h 1312626"/>
                <a:gd name="connsiteX4" fmla="*/ 409888 w 1442193"/>
                <a:gd name="connsiteY4" fmla="*/ 1243530 h 1312626"/>
                <a:gd name="connsiteX5" fmla="*/ 601933 w 1442193"/>
                <a:gd name="connsiteY5" fmla="*/ 1310977 h 1312626"/>
                <a:gd name="connsiteX6" fmla="*/ 923209 w 1442193"/>
                <a:gd name="connsiteY6" fmla="*/ 1187410 h 1312626"/>
                <a:gd name="connsiteX7" fmla="*/ 1306268 w 1442193"/>
                <a:gd name="connsiteY7" fmla="*/ 866134 h 1312626"/>
                <a:gd name="connsiteX8" fmla="*/ 1442193 w 1442193"/>
                <a:gd name="connsiteY8" fmla="*/ 618999 h 1312626"/>
                <a:gd name="connsiteX9" fmla="*/ 1306268 w 1442193"/>
                <a:gd name="connsiteY9" fmla="*/ 334794 h 1312626"/>
                <a:gd name="connsiteX10" fmla="*/ 997349 w 1442193"/>
                <a:gd name="connsiteY10" fmla="*/ 75302 h 1312626"/>
                <a:gd name="connsiteX11" fmla="*/ 688430 w 1442193"/>
                <a:gd name="connsiteY11" fmla="*/ 13518 h 1312626"/>
                <a:gd name="connsiteX12" fmla="*/ 243587 w 1442193"/>
                <a:gd name="connsiteY12" fmla="*/ 297723 h 1312626"/>
                <a:gd name="connsiteX0" fmla="*/ 305371 w 1442193"/>
                <a:gd name="connsiteY0" fmla="*/ 260821 h 1312794"/>
                <a:gd name="connsiteX1" fmla="*/ 58236 w 1442193"/>
                <a:gd name="connsiteY1" fmla="*/ 507956 h 1312794"/>
                <a:gd name="connsiteX2" fmla="*/ 8809 w 1442193"/>
                <a:gd name="connsiteY2" fmla="*/ 792162 h 1312794"/>
                <a:gd name="connsiteX3" fmla="*/ 194160 w 1442193"/>
                <a:gd name="connsiteY3" fmla="*/ 1039297 h 1312794"/>
                <a:gd name="connsiteX4" fmla="*/ 409888 w 1442193"/>
                <a:gd name="connsiteY4" fmla="*/ 1243698 h 1312794"/>
                <a:gd name="connsiteX5" fmla="*/ 601933 w 1442193"/>
                <a:gd name="connsiteY5" fmla="*/ 1311145 h 1312794"/>
                <a:gd name="connsiteX6" fmla="*/ 923209 w 1442193"/>
                <a:gd name="connsiteY6" fmla="*/ 1187578 h 1312794"/>
                <a:gd name="connsiteX7" fmla="*/ 1306268 w 1442193"/>
                <a:gd name="connsiteY7" fmla="*/ 866302 h 1312794"/>
                <a:gd name="connsiteX8" fmla="*/ 1442193 w 1442193"/>
                <a:gd name="connsiteY8" fmla="*/ 619167 h 1312794"/>
                <a:gd name="connsiteX9" fmla="*/ 1306268 w 1442193"/>
                <a:gd name="connsiteY9" fmla="*/ 334962 h 1312794"/>
                <a:gd name="connsiteX10" fmla="*/ 997349 w 1442193"/>
                <a:gd name="connsiteY10" fmla="*/ 75470 h 1312794"/>
                <a:gd name="connsiteX11" fmla="*/ 688430 w 1442193"/>
                <a:gd name="connsiteY11" fmla="*/ 13686 h 1312794"/>
                <a:gd name="connsiteX12" fmla="*/ 260256 w 1442193"/>
                <a:gd name="connsiteY12" fmla="*/ 300272 h 1312794"/>
                <a:gd name="connsiteX0" fmla="*/ 305371 w 1442193"/>
                <a:gd name="connsiteY0" fmla="*/ 260654 h 1312627"/>
                <a:gd name="connsiteX1" fmla="*/ 58236 w 1442193"/>
                <a:gd name="connsiteY1" fmla="*/ 507789 h 1312627"/>
                <a:gd name="connsiteX2" fmla="*/ 8809 w 1442193"/>
                <a:gd name="connsiteY2" fmla="*/ 791995 h 1312627"/>
                <a:gd name="connsiteX3" fmla="*/ 194160 w 1442193"/>
                <a:gd name="connsiteY3" fmla="*/ 1039130 h 1312627"/>
                <a:gd name="connsiteX4" fmla="*/ 409888 w 1442193"/>
                <a:gd name="connsiteY4" fmla="*/ 1243531 h 1312627"/>
                <a:gd name="connsiteX5" fmla="*/ 601933 w 1442193"/>
                <a:gd name="connsiteY5" fmla="*/ 1310978 h 1312627"/>
                <a:gd name="connsiteX6" fmla="*/ 923209 w 1442193"/>
                <a:gd name="connsiteY6" fmla="*/ 1187411 h 1312627"/>
                <a:gd name="connsiteX7" fmla="*/ 1306268 w 1442193"/>
                <a:gd name="connsiteY7" fmla="*/ 866135 h 1312627"/>
                <a:gd name="connsiteX8" fmla="*/ 1442193 w 1442193"/>
                <a:gd name="connsiteY8" fmla="*/ 619000 h 1312627"/>
                <a:gd name="connsiteX9" fmla="*/ 1306268 w 1442193"/>
                <a:gd name="connsiteY9" fmla="*/ 334795 h 1312627"/>
                <a:gd name="connsiteX10" fmla="*/ 997349 w 1442193"/>
                <a:gd name="connsiteY10" fmla="*/ 75303 h 1312627"/>
                <a:gd name="connsiteX11" fmla="*/ 688430 w 1442193"/>
                <a:gd name="connsiteY11" fmla="*/ 13519 h 1312627"/>
                <a:gd name="connsiteX12" fmla="*/ 253112 w 1442193"/>
                <a:gd name="connsiteY12" fmla="*/ 297723 h 1312627"/>
                <a:gd name="connsiteX0" fmla="*/ 305371 w 1442193"/>
                <a:gd name="connsiteY0" fmla="*/ 257812 h 1309785"/>
                <a:gd name="connsiteX1" fmla="*/ 58236 w 1442193"/>
                <a:gd name="connsiteY1" fmla="*/ 504947 h 1309785"/>
                <a:gd name="connsiteX2" fmla="*/ 8809 w 1442193"/>
                <a:gd name="connsiteY2" fmla="*/ 789153 h 1309785"/>
                <a:gd name="connsiteX3" fmla="*/ 194160 w 1442193"/>
                <a:gd name="connsiteY3" fmla="*/ 1036288 h 1309785"/>
                <a:gd name="connsiteX4" fmla="*/ 409888 w 1442193"/>
                <a:gd name="connsiteY4" fmla="*/ 1240689 h 1309785"/>
                <a:gd name="connsiteX5" fmla="*/ 601933 w 1442193"/>
                <a:gd name="connsiteY5" fmla="*/ 1308136 h 1309785"/>
                <a:gd name="connsiteX6" fmla="*/ 923209 w 1442193"/>
                <a:gd name="connsiteY6" fmla="*/ 1184569 h 1309785"/>
                <a:gd name="connsiteX7" fmla="*/ 1306268 w 1442193"/>
                <a:gd name="connsiteY7" fmla="*/ 863293 h 1309785"/>
                <a:gd name="connsiteX8" fmla="*/ 1442193 w 1442193"/>
                <a:gd name="connsiteY8" fmla="*/ 616158 h 1309785"/>
                <a:gd name="connsiteX9" fmla="*/ 1306268 w 1442193"/>
                <a:gd name="connsiteY9" fmla="*/ 331953 h 1309785"/>
                <a:gd name="connsiteX10" fmla="*/ 997349 w 1442193"/>
                <a:gd name="connsiteY10" fmla="*/ 72461 h 1309785"/>
                <a:gd name="connsiteX11" fmla="*/ 688430 w 1442193"/>
                <a:gd name="connsiteY11" fmla="*/ 10677 h 1309785"/>
                <a:gd name="connsiteX12" fmla="*/ 295974 w 1442193"/>
                <a:gd name="connsiteY12" fmla="*/ 254400 h 1309785"/>
                <a:gd name="connsiteX0" fmla="*/ 305371 w 1442193"/>
                <a:gd name="connsiteY0" fmla="*/ 257812 h 1309785"/>
                <a:gd name="connsiteX1" fmla="*/ 58236 w 1442193"/>
                <a:gd name="connsiteY1" fmla="*/ 504947 h 1309785"/>
                <a:gd name="connsiteX2" fmla="*/ 8809 w 1442193"/>
                <a:gd name="connsiteY2" fmla="*/ 789153 h 1309785"/>
                <a:gd name="connsiteX3" fmla="*/ 194160 w 1442193"/>
                <a:gd name="connsiteY3" fmla="*/ 1036288 h 1309785"/>
                <a:gd name="connsiteX4" fmla="*/ 409888 w 1442193"/>
                <a:gd name="connsiteY4" fmla="*/ 1240689 h 1309785"/>
                <a:gd name="connsiteX5" fmla="*/ 601933 w 1442193"/>
                <a:gd name="connsiteY5" fmla="*/ 1308136 h 1309785"/>
                <a:gd name="connsiteX6" fmla="*/ 923209 w 1442193"/>
                <a:gd name="connsiteY6" fmla="*/ 1184569 h 1309785"/>
                <a:gd name="connsiteX7" fmla="*/ 1306268 w 1442193"/>
                <a:gd name="connsiteY7" fmla="*/ 863293 h 1309785"/>
                <a:gd name="connsiteX8" fmla="*/ 1442193 w 1442193"/>
                <a:gd name="connsiteY8" fmla="*/ 616158 h 1309785"/>
                <a:gd name="connsiteX9" fmla="*/ 1306268 w 1442193"/>
                <a:gd name="connsiteY9" fmla="*/ 331953 h 1309785"/>
                <a:gd name="connsiteX10" fmla="*/ 997349 w 1442193"/>
                <a:gd name="connsiteY10" fmla="*/ 72461 h 1309785"/>
                <a:gd name="connsiteX11" fmla="*/ 688430 w 1442193"/>
                <a:gd name="connsiteY11" fmla="*/ 10677 h 1309785"/>
                <a:gd name="connsiteX12" fmla="*/ 307881 w 1442193"/>
                <a:gd name="connsiteY12" fmla="*/ 254400 h 1309785"/>
                <a:gd name="connsiteX0" fmla="*/ 305371 w 1442193"/>
                <a:gd name="connsiteY0" fmla="*/ 258143 h 1310116"/>
                <a:gd name="connsiteX1" fmla="*/ 58236 w 1442193"/>
                <a:gd name="connsiteY1" fmla="*/ 505278 h 1310116"/>
                <a:gd name="connsiteX2" fmla="*/ 8809 w 1442193"/>
                <a:gd name="connsiteY2" fmla="*/ 789484 h 1310116"/>
                <a:gd name="connsiteX3" fmla="*/ 194160 w 1442193"/>
                <a:gd name="connsiteY3" fmla="*/ 1036619 h 1310116"/>
                <a:gd name="connsiteX4" fmla="*/ 409888 w 1442193"/>
                <a:gd name="connsiteY4" fmla="*/ 1241020 h 1310116"/>
                <a:gd name="connsiteX5" fmla="*/ 601933 w 1442193"/>
                <a:gd name="connsiteY5" fmla="*/ 1308467 h 1310116"/>
                <a:gd name="connsiteX6" fmla="*/ 923209 w 1442193"/>
                <a:gd name="connsiteY6" fmla="*/ 1184900 h 1310116"/>
                <a:gd name="connsiteX7" fmla="*/ 1306268 w 1442193"/>
                <a:gd name="connsiteY7" fmla="*/ 863624 h 1310116"/>
                <a:gd name="connsiteX8" fmla="*/ 1442193 w 1442193"/>
                <a:gd name="connsiteY8" fmla="*/ 616489 h 1310116"/>
                <a:gd name="connsiteX9" fmla="*/ 1306268 w 1442193"/>
                <a:gd name="connsiteY9" fmla="*/ 332284 h 1310116"/>
                <a:gd name="connsiteX10" fmla="*/ 997349 w 1442193"/>
                <a:gd name="connsiteY10" fmla="*/ 72792 h 1310116"/>
                <a:gd name="connsiteX11" fmla="*/ 688430 w 1442193"/>
                <a:gd name="connsiteY11" fmla="*/ 11008 h 1310116"/>
                <a:gd name="connsiteX12" fmla="*/ 298356 w 1442193"/>
                <a:gd name="connsiteY12" fmla="*/ 259493 h 1310116"/>
                <a:gd name="connsiteX0" fmla="*/ 305371 w 1442193"/>
                <a:gd name="connsiteY0" fmla="*/ 258476 h 1310449"/>
                <a:gd name="connsiteX1" fmla="*/ 58236 w 1442193"/>
                <a:gd name="connsiteY1" fmla="*/ 505611 h 1310449"/>
                <a:gd name="connsiteX2" fmla="*/ 8809 w 1442193"/>
                <a:gd name="connsiteY2" fmla="*/ 789817 h 1310449"/>
                <a:gd name="connsiteX3" fmla="*/ 194160 w 1442193"/>
                <a:gd name="connsiteY3" fmla="*/ 1036952 h 1310449"/>
                <a:gd name="connsiteX4" fmla="*/ 409888 w 1442193"/>
                <a:gd name="connsiteY4" fmla="*/ 1241353 h 1310449"/>
                <a:gd name="connsiteX5" fmla="*/ 601933 w 1442193"/>
                <a:gd name="connsiteY5" fmla="*/ 1308800 h 1310449"/>
                <a:gd name="connsiteX6" fmla="*/ 923209 w 1442193"/>
                <a:gd name="connsiteY6" fmla="*/ 1185233 h 1310449"/>
                <a:gd name="connsiteX7" fmla="*/ 1306268 w 1442193"/>
                <a:gd name="connsiteY7" fmla="*/ 863957 h 1310449"/>
                <a:gd name="connsiteX8" fmla="*/ 1442193 w 1442193"/>
                <a:gd name="connsiteY8" fmla="*/ 616822 h 1310449"/>
                <a:gd name="connsiteX9" fmla="*/ 1306268 w 1442193"/>
                <a:gd name="connsiteY9" fmla="*/ 332617 h 1310449"/>
                <a:gd name="connsiteX10" fmla="*/ 997349 w 1442193"/>
                <a:gd name="connsiteY10" fmla="*/ 73125 h 1310449"/>
                <a:gd name="connsiteX11" fmla="*/ 688430 w 1442193"/>
                <a:gd name="connsiteY11" fmla="*/ 11341 h 1310449"/>
                <a:gd name="connsiteX12" fmla="*/ 295975 w 1442193"/>
                <a:gd name="connsiteY12" fmla="*/ 264589 h 1310449"/>
                <a:gd name="connsiteX0" fmla="*/ 305371 w 1442193"/>
                <a:gd name="connsiteY0" fmla="*/ 258476 h 1332161"/>
                <a:gd name="connsiteX1" fmla="*/ 58236 w 1442193"/>
                <a:gd name="connsiteY1" fmla="*/ 505611 h 1332161"/>
                <a:gd name="connsiteX2" fmla="*/ 8809 w 1442193"/>
                <a:gd name="connsiteY2" fmla="*/ 789817 h 1332161"/>
                <a:gd name="connsiteX3" fmla="*/ 194160 w 1442193"/>
                <a:gd name="connsiteY3" fmla="*/ 1036952 h 1332161"/>
                <a:gd name="connsiteX4" fmla="*/ 409888 w 1442193"/>
                <a:gd name="connsiteY4" fmla="*/ 1241353 h 1332161"/>
                <a:gd name="connsiteX5" fmla="*/ 627333 w 1442193"/>
                <a:gd name="connsiteY5" fmla="*/ 1331025 h 1332161"/>
                <a:gd name="connsiteX6" fmla="*/ 923209 w 1442193"/>
                <a:gd name="connsiteY6" fmla="*/ 1185233 h 1332161"/>
                <a:gd name="connsiteX7" fmla="*/ 1306268 w 1442193"/>
                <a:gd name="connsiteY7" fmla="*/ 863957 h 1332161"/>
                <a:gd name="connsiteX8" fmla="*/ 1442193 w 1442193"/>
                <a:gd name="connsiteY8" fmla="*/ 616822 h 1332161"/>
                <a:gd name="connsiteX9" fmla="*/ 1306268 w 1442193"/>
                <a:gd name="connsiteY9" fmla="*/ 332617 h 1332161"/>
                <a:gd name="connsiteX10" fmla="*/ 997349 w 1442193"/>
                <a:gd name="connsiteY10" fmla="*/ 73125 h 1332161"/>
                <a:gd name="connsiteX11" fmla="*/ 688430 w 1442193"/>
                <a:gd name="connsiteY11" fmla="*/ 11341 h 1332161"/>
                <a:gd name="connsiteX12" fmla="*/ 295975 w 1442193"/>
                <a:gd name="connsiteY12" fmla="*/ 264589 h 1332161"/>
                <a:gd name="connsiteX0" fmla="*/ 305371 w 1435843"/>
                <a:gd name="connsiteY0" fmla="*/ 258476 h 1332161"/>
                <a:gd name="connsiteX1" fmla="*/ 58236 w 1435843"/>
                <a:gd name="connsiteY1" fmla="*/ 505611 h 1332161"/>
                <a:gd name="connsiteX2" fmla="*/ 8809 w 1435843"/>
                <a:gd name="connsiteY2" fmla="*/ 789817 h 1332161"/>
                <a:gd name="connsiteX3" fmla="*/ 194160 w 1435843"/>
                <a:gd name="connsiteY3" fmla="*/ 1036952 h 1332161"/>
                <a:gd name="connsiteX4" fmla="*/ 409888 w 1435843"/>
                <a:gd name="connsiteY4" fmla="*/ 1241353 h 1332161"/>
                <a:gd name="connsiteX5" fmla="*/ 627333 w 1435843"/>
                <a:gd name="connsiteY5" fmla="*/ 1331025 h 1332161"/>
                <a:gd name="connsiteX6" fmla="*/ 923209 w 1435843"/>
                <a:gd name="connsiteY6" fmla="*/ 1185233 h 1332161"/>
                <a:gd name="connsiteX7" fmla="*/ 1306268 w 1435843"/>
                <a:gd name="connsiteY7" fmla="*/ 863957 h 1332161"/>
                <a:gd name="connsiteX8" fmla="*/ 1435843 w 1435843"/>
                <a:gd name="connsiteY8" fmla="*/ 623172 h 1332161"/>
                <a:gd name="connsiteX9" fmla="*/ 1306268 w 1435843"/>
                <a:gd name="connsiteY9" fmla="*/ 332617 h 1332161"/>
                <a:gd name="connsiteX10" fmla="*/ 997349 w 1435843"/>
                <a:gd name="connsiteY10" fmla="*/ 73125 h 1332161"/>
                <a:gd name="connsiteX11" fmla="*/ 688430 w 1435843"/>
                <a:gd name="connsiteY11" fmla="*/ 11341 h 1332161"/>
                <a:gd name="connsiteX12" fmla="*/ 295975 w 1435843"/>
                <a:gd name="connsiteY12" fmla="*/ 264589 h 1332161"/>
                <a:gd name="connsiteX0" fmla="*/ 305371 w 1435847"/>
                <a:gd name="connsiteY0" fmla="*/ 258622 h 1332307"/>
                <a:gd name="connsiteX1" fmla="*/ 58236 w 1435847"/>
                <a:gd name="connsiteY1" fmla="*/ 505757 h 1332307"/>
                <a:gd name="connsiteX2" fmla="*/ 8809 w 1435847"/>
                <a:gd name="connsiteY2" fmla="*/ 789963 h 1332307"/>
                <a:gd name="connsiteX3" fmla="*/ 194160 w 1435847"/>
                <a:gd name="connsiteY3" fmla="*/ 1037098 h 1332307"/>
                <a:gd name="connsiteX4" fmla="*/ 409888 w 1435847"/>
                <a:gd name="connsiteY4" fmla="*/ 1241499 h 1332307"/>
                <a:gd name="connsiteX5" fmla="*/ 627333 w 1435847"/>
                <a:gd name="connsiteY5" fmla="*/ 1331171 h 1332307"/>
                <a:gd name="connsiteX6" fmla="*/ 923209 w 1435847"/>
                <a:gd name="connsiteY6" fmla="*/ 1185379 h 1332307"/>
                <a:gd name="connsiteX7" fmla="*/ 1306268 w 1435847"/>
                <a:gd name="connsiteY7" fmla="*/ 864103 h 1332307"/>
                <a:gd name="connsiteX8" fmla="*/ 1435843 w 1435847"/>
                <a:gd name="connsiteY8" fmla="*/ 623318 h 1332307"/>
                <a:gd name="connsiteX9" fmla="*/ 1303093 w 1435847"/>
                <a:gd name="connsiteY9" fmla="*/ 339113 h 1332307"/>
                <a:gd name="connsiteX10" fmla="*/ 997349 w 1435847"/>
                <a:gd name="connsiteY10" fmla="*/ 73271 h 1332307"/>
                <a:gd name="connsiteX11" fmla="*/ 688430 w 1435847"/>
                <a:gd name="connsiteY11" fmla="*/ 11487 h 1332307"/>
                <a:gd name="connsiteX12" fmla="*/ 295975 w 1435847"/>
                <a:gd name="connsiteY12" fmla="*/ 264735 h 1332307"/>
                <a:gd name="connsiteX0" fmla="*/ 305371 w 1435847"/>
                <a:gd name="connsiteY0" fmla="*/ 257598 h 1331283"/>
                <a:gd name="connsiteX1" fmla="*/ 58236 w 1435847"/>
                <a:gd name="connsiteY1" fmla="*/ 504733 h 1331283"/>
                <a:gd name="connsiteX2" fmla="*/ 8809 w 1435847"/>
                <a:gd name="connsiteY2" fmla="*/ 788939 h 1331283"/>
                <a:gd name="connsiteX3" fmla="*/ 194160 w 1435847"/>
                <a:gd name="connsiteY3" fmla="*/ 1036074 h 1331283"/>
                <a:gd name="connsiteX4" fmla="*/ 409888 w 1435847"/>
                <a:gd name="connsiteY4" fmla="*/ 1240475 h 1331283"/>
                <a:gd name="connsiteX5" fmla="*/ 627333 w 1435847"/>
                <a:gd name="connsiteY5" fmla="*/ 1330147 h 1331283"/>
                <a:gd name="connsiteX6" fmla="*/ 923209 w 1435847"/>
                <a:gd name="connsiteY6" fmla="*/ 1184355 h 1331283"/>
                <a:gd name="connsiteX7" fmla="*/ 1306268 w 1435847"/>
                <a:gd name="connsiteY7" fmla="*/ 863079 h 1331283"/>
                <a:gd name="connsiteX8" fmla="*/ 1435843 w 1435847"/>
                <a:gd name="connsiteY8" fmla="*/ 622294 h 1331283"/>
                <a:gd name="connsiteX9" fmla="*/ 1303093 w 1435847"/>
                <a:gd name="connsiteY9" fmla="*/ 338089 h 1331283"/>
                <a:gd name="connsiteX10" fmla="*/ 1016399 w 1435847"/>
                <a:gd name="connsiteY10" fmla="*/ 77010 h 1331283"/>
                <a:gd name="connsiteX11" fmla="*/ 688430 w 1435847"/>
                <a:gd name="connsiteY11" fmla="*/ 10463 h 1331283"/>
                <a:gd name="connsiteX12" fmla="*/ 295975 w 1435847"/>
                <a:gd name="connsiteY12" fmla="*/ 263711 h 1331283"/>
                <a:gd name="connsiteX0" fmla="*/ 305371 w 1436043"/>
                <a:gd name="connsiteY0" fmla="*/ 257598 h 1331283"/>
                <a:gd name="connsiteX1" fmla="*/ 58236 w 1436043"/>
                <a:gd name="connsiteY1" fmla="*/ 504733 h 1331283"/>
                <a:gd name="connsiteX2" fmla="*/ 8809 w 1436043"/>
                <a:gd name="connsiteY2" fmla="*/ 788939 h 1331283"/>
                <a:gd name="connsiteX3" fmla="*/ 194160 w 1436043"/>
                <a:gd name="connsiteY3" fmla="*/ 1036074 h 1331283"/>
                <a:gd name="connsiteX4" fmla="*/ 409888 w 1436043"/>
                <a:gd name="connsiteY4" fmla="*/ 1240475 h 1331283"/>
                <a:gd name="connsiteX5" fmla="*/ 627333 w 1436043"/>
                <a:gd name="connsiteY5" fmla="*/ 1330147 h 1331283"/>
                <a:gd name="connsiteX6" fmla="*/ 923209 w 1436043"/>
                <a:gd name="connsiteY6" fmla="*/ 1184355 h 1331283"/>
                <a:gd name="connsiteX7" fmla="*/ 1306268 w 1436043"/>
                <a:gd name="connsiteY7" fmla="*/ 863079 h 1331283"/>
                <a:gd name="connsiteX8" fmla="*/ 1435843 w 1436043"/>
                <a:gd name="connsiteY8" fmla="*/ 622294 h 1331283"/>
                <a:gd name="connsiteX9" fmla="*/ 1284043 w 1436043"/>
                <a:gd name="connsiteY9" fmla="*/ 338089 h 1331283"/>
                <a:gd name="connsiteX10" fmla="*/ 1016399 w 1436043"/>
                <a:gd name="connsiteY10" fmla="*/ 77010 h 1331283"/>
                <a:gd name="connsiteX11" fmla="*/ 688430 w 1436043"/>
                <a:gd name="connsiteY11" fmla="*/ 10463 h 1331283"/>
                <a:gd name="connsiteX12" fmla="*/ 295975 w 1436043"/>
                <a:gd name="connsiteY12" fmla="*/ 263711 h 1331283"/>
                <a:gd name="connsiteX0" fmla="*/ 305371 w 1436043"/>
                <a:gd name="connsiteY0" fmla="*/ 257598 h 1331283"/>
                <a:gd name="connsiteX1" fmla="*/ 58236 w 1436043"/>
                <a:gd name="connsiteY1" fmla="*/ 504733 h 1331283"/>
                <a:gd name="connsiteX2" fmla="*/ 8809 w 1436043"/>
                <a:gd name="connsiteY2" fmla="*/ 788939 h 1331283"/>
                <a:gd name="connsiteX3" fmla="*/ 194160 w 1436043"/>
                <a:gd name="connsiteY3" fmla="*/ 1036074 h 1331283"/>
                <a:gd name="connsiteX4" fmla="*/ 409888 w 1436043"/>
                <a:gd name="connsiteY4" fmla="*/ 1240475 h 1331283"/>
                <a:gd name="connsiteX5" fmla="*/ 627333 w 1436043"/>
                <a:gd name="connsiteY5" fmla="*/ 1330147 h 1331283"/>
                <a:gd name="connsiteX6" fmla="*/ 923209 w 1436043"/>
                <a:gd name="connsiteY6" fmla="*/ 1184355 h 1331283"/>
                <a:gd name="connsiteX7" fmla="*/ 1306268 w 1436043"/>
                <a:gd name="connsiteY7" fmla="*/ 863079 h 1331283"/>
                <a:gd name="connsiteX8" fmla="*/ 1435843 w 1436043"/>
                <a:gd name="connsiteY8" fmla="*/ 622294 h 1331283"/>
                <a:gd name="connsiteX9" fmla="*/ 1284043 w 1436043"/>
                <a:gd name="connsiteY9" fmla="*/ 338089 h 1331283"/>
                <a:gd name="connsiteX10" fmla="*/ 1006874 w 1436043"/>
                <a:gd name="connsiteY10" fmla="*/ 77010 h 1331283"/>
                <a:gd name="connsiteX11" fmla="*/ 688430 w 1436043"/>
                <a:gd name="connsiteY11" fmla="*/ 10463 h 1331283"/>
                <a:gd name="connsiteX12" fmla="*/ 295975 w 1436043"/>
                <a:gd name="connsiteY12" fmla="*/ 263711 h 1331283"/>
                <a:gd name="connsiteX0" fmla="*/ 305371 w 1436043"/>
                <a:gd name="connsiteY0" fmla="*/ 257598 h 1331283"/>
                <a:gd name="connsiteX1" fmla="*/ 58236 w 1436043"/>
                <a:gd name="connsiteY1" fmla="*/ 504733 h 1331283"/>
                <a:gd name="connsiteX2" fmla="*/ 8809 w 1436043"/>
                <a:gd name="connsiteY2" fmla="*/ 788939 h 1331283"/>
                <a:gd name="connsiteX3" fmla="*/ 194160 w 1436043"/>
                <a:gd name="connsiteY3" fmla="*/ 1036074 h 1331283"/>
                <a:gd name="connsiteX4" fmla="*/ 409888 w 1436043"/>
                <a:gd name="connsiteY4" fmla="*/ 1240475 h 1331283"/>
                <a:gd name="connsiteX5" fmla="*/ 627333 w 1436043"/>
                <a:gd name="connsiteY5" fmla="*/ 1330147 h 1331283"/>
                <a:gd name="connsiteX6" fmla="*/ 923209 w 1436043"/>
                <a:gd name="connsiteY6" fmla="*/ 1184355 h 1331283"/>
                <a:gd name="connsiteX7" fmla="*/ 1306268 w 1436043"/>
                <a:gd name="connsiteY7" fmla="*/ 863079 h 1331283"/>
                <a:gd name="connsiteX8" fmla="*/ 1435843 w 1436043"/>
                <a:gd name="connsiteY8" fmla="*/ 622294 h 1331283"/>
                <a:gd name="connsiteX9" fmla="*/ 1284043 w 1436043"/>
                <a:gd name="connsiteY9" fmla="*/ 338089 h 1331283"/>
                <a:gd name="connsiteX10" fmla="*/ 1006874 w 1436043"/>
                <a:gd name="connsiteY10" fmla="*/ 77010 h 1331283"/>
                <a:gd name="connsiteX11" fmla="*/ 688430 w 1436043"/>
                <a:gd name="connsiteY11" fmla="*/ 10463 h 1331283"/>
                <a:gd name="connsiteX12" fmla="*/ 295975 w 1436043"/>
                <a:gd name="connsiteY12" fmla="*/ 263711 h 1331283"/>
                <a:gd name="connsiteX0" fmla="*/ 305371 w 1436043"/>
                <a:gd name="connsiteY0" fmla="*/ 257598 h 1331283"/>
                <a:gd name="connsiteX1" fmla="*/ 58236 w 1436043"/>
                <a:gd name="connsiteY1" fmla="*/ 504733 h 1331283"/>
                <a:gd name="connsiteX2" fmla="*/ 8809 w 1436043"/>
                <a:gd name="connsiteY2" fmla="*/ 788939 h 1331283"/>
                <a:gd name="connsiteX3" fmla="*/ 194160 w 1436043"/>
                <a:gd name="connsiteY3" fmla="*/ 1036074 h 1331283"/>
                <a:gd name="connsiteX4" fmla="*/ 409888 w 1436043"/>
                <a:gd name="connsiteY4" fmla="*/ 1240475 h 1331283"/>
                <a:gd name="connsiteX5" fmla="*/ 627333 w 1436043"/>
                <a:gd name="connsiteY5" fmla="*/ 1330147 h 1331283"/>
                <a:gd name="connsiteX6" fmla="*/ 923209 w 1436043"/>
                <a:gd name="connsiteY6" fmla="*/ 1184355 h 1331283"/>
                <a:gd name="connsiteX7" fmla="*/ 1306268 w 1436043"/>
                <a:gd name="connsiteY7" fmla="*/ 863079 h 1331283"/>
                <a:gd name="connsiteX8" fmla="*/ 1435843 w 1436043"/>
                <a:gd name="connsiteY8" fmla="*/ 622294 h 1331283"/>
                <a:gd name="connsiteX9" fmla="*/ 1284043 w 1436043"/>
                <a:gd name="connsiteY9" fmla="*/ 338089 h 1331283"/>
                <a:gd name="connsiteX10" fmla="*/ 1006874 w 1436043"/>
                <a:gd name="connsiteY10" fmla="*/ 77010 h 1331283"/>
                <a:gd name="connsiteX11" fmla="*/ 688430 w 1436043"/>
                <a:gd name="connsiteY11" fmla="*/ 10463 h 1331283"/>
                <a:gd name="connsiteX12" fmla="*/ 295975 w 1436043"/>
                <a:gd name="connsiteY12" fmla="*/ 263711 h 133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36043" h="1331283">
                  <a:moveTo>
                    <a:pt x="305371" y="257598"/>
                  </a:moveTo>
                  <a:cubicBezTo>
                    <a:pt x="206517" y="336887"/>
                    <a:pt x="107663" y="416176"/>
                    <a:pt x="58236" y="504733"/>
                  </a:cubicBezTo>
                  <a:cubicBezTo>
                    <a:pt x="8809" y="593290"/>
                    <a:pt x="-13845" y="700382"/>
                    <a:pt x="8809" y="788939"/>
                  </a:cubicBezTo>
                  <a:cubicBezTo>
                    <a:pt x="31463" y="877496"/>
                    <a:pt x="127313" y="960818"/>
                    <a:pt x="194160" y="1036074"/>
                  </a:cubicBezTo>
                  <a:cubicBezTo>
                    <a:pt x="261007" y="1111330"/>
                    <a:pt x="337692" y="1191463"/>
                    <a:pt x="409888" y="1240475"/>
                  </a:cubicBezTo>
                  <a:cubicBezTo>
                    <a:pt x="482084" y="1289487"/>
                    <a:pt x="541780" y="1339500"/>
                    <a:pt x="627333" y="1330147"/>
                  </a:cubicBezTo>
                  <a:cubicBezTo>
                    <a:pt x="712886" y="1320794"/>
                    <a:pt x="810053" y="1262200"/>
                    <a:pt x="923209" y="1184355"/>
                  </a:cubicBezTo>
                  <a:cubicBezTo>
                    <a:pt x="1036365" y="1106510"/>
                    <a:pt x="1220829" y="956756"/>
                    <a:pt x="1306268" y="863079"/>
                  </a:cubicBezTo>
                  <a:cubicBezTo>
                    <a:pt x="1391707" y="769402"/>
                    <a:pt x="1439547" y="709792"/>
                    <a:pt x="1435843" y="622294"/>
                  </a:cubicBezTo>
                  <a:cubicBezTo>
                    <a:pt x="1432139" y="534796"/>
                    <a:pt x="1379351" y="452783"/>
                    <a:pt x="1284043" y="338089"/>
                  </a:cubicBezTo>
                  <a:cubicBezTo>
                    <a:pt x="1188735" y="223395"/>
                    <a:pt x="1106143" y="131614"/>
                    <a:pt x="1006874" y="77010"/>
                  </a:cubicBezTo>
                  <a:cubicBezTo>
                    <a:pt x="907605" y="22406"/>
                    <a:pt x="806913" y="-20654"/>
                    <a:pt x="688430" y="10463"/>
                  </a:cubicBezTo>
                  <a:cubicBezTo>
                    <a:pt x="569947" y="41580"/>
                    <a:pt x="455583" y="140143"/>
                    <a:pt x="295975" y="263711"/>
                  </a:cubicBezTo>
                </a:path>
              </a:pathLst>
            </a:custGeom>
            <a:solidFill>
              <a:srgbClr val="FFC000"/>
            </a:solidFill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776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108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lexo" pitchFamily="50" charset="0"/>
                <a:ea typeface="+mn-ea"/>
                <a:cs typeface="+mn-cs"/>
              </a:endParaRPr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F16F57FC-5064-4E43-9492-D6D0F22BB66B}"/>
                </a:ext>
              </a:extLst>
            </p:cNvPr>
            <p:cNvSpPr/>
            <p:nvPr userDrawn="1"/>
          </p:nvSpPr>
          <p:spPr>
            <a:xfrm>
              <a:off x="9991064" y="62750"/>
              <a:ext cx="553726" cy="510709"/>
            </a:xfrm>
            <a:custGeom>
              <a:avLst/>
              <a:gdLst>
                <a:gd name="connsiteX0" fmla="*/ 305371 w 1442193"/>
                <a:gd name="connsiteY0" fmla="*/ 260653 h 1311522"/>
                <a:gd name="connsiteX1" fmla="*/ 58236 w 1442193"/>
                <a:gd name="connsiteY1" fmla="*/ 507788 h 1311522"/>
                <a:gd name="connsiteX2" fmla="*/ 8809 w 1442193"/>
                <a:gd name="connsiteY2" fmla="*/ 791994 h 1311522"/>
                <a:gd name="connsiteX3" fmla="*/ 194160 w 1442193"/>
                <a:gd name="connsiteY3" fmla="*/ 1039129 h 1311522"/>
                <a:gd name="connsiteX4" fmla="*/ 428938 w 1442193"/>
                <a:gd name="connsiteY4" fmla="*/ 1224480 h 1311522"/>
                <a:gd name="connsiteX5" fmla="*/ 601933 w 1442193"/>
                <a:gd name="connsiteY5" fmla="*/ 1310977 h 1311522"/>
                <a:gd name="connsiteX6" fmla="*/ 923209 w 1442193"/>
                <a:gd name="connsiteY6" fmla="*/ 1187410 h 1311522"/>
                <a:gd name="connsiteX7" fmla="*/ 1306268 w 1442193"/>
                <a:gd name="connsiteY7" fmla="*/ 866134 h 1311522"/>
                <a:gd name="connsiteX8" fmla="*/ 1442193 w 1442193"/>
                <a:gd name="connsiteY8" fmla="*/ 618999 h 1311522"/>
                <a:gd name="connsiteX9" fmla="*/ 1306268 w 1442193"/>
                <a:gd name="connsiteY9" fmla="*/ 334794 h 1311522"/>
                <a:gd name="connsiteX10" fmla="*/ 997349 w 1442193"/>
                <a:gd name="connsiteY10" fmla="*/ 75302 h 1311522"/>
                <a:gd name="connsiteX11" fmla="*/ 688430 w 1442193"/>
                <a:gd name="connsiteY11" fmla="*/ 13518 h 1311522"/>
                <a:gd name="connsiteX12" fmla="*/ 243587 w 1442193"/>
                <a:gd name="connsiteY12" fmla="*/ 297723 h 1311522"/>
                <a:gd name="connsiteX0" fmla="*/ 305371 w 1442193"/>
                <a:gd name="connsiteY0" fmla="*/ 260653 h 1312626"/>
                <a:gd name="connsiteX1" fmla="*/ 58236 w 1442193"/>
                <a:gd name="connsiteY1" fmla="*/ 507788 h 1312626"/>
                <a:gd name="connsiteX2" fmla="*/ 8809 w 1442193"/>
                <a:gd name="connsiteY2" fmla="*/ 791994 h 1312626"/>
                <a:gd name="connsiteX3" fmla="*/ 194160 w 1442193"/>
                <a:gd name="connsiteY3" fmla="*/ 1039129 h 1312626"/>
                <a:gd name="connsiteX4" fmla="*/ 409888 w 1442193"/>
                <a:gd name="connsiteY4" fmla="*/ 1243530 h 1312626"/>
                <a:gd name="connsiteX5" fmla="*/ 601933 w 1442193"/>
                <a:gd name="connsiteY5" fmla="*/ 1310977 h 1312626"/>
                <a:gd name="connsiteX6" fmla="*/ 923209 w 1442193"/>
                <a:gd name="connsiteY6" fmla="*/ 1187410 h 1312626"/>
                <a:gd name="connsiteX7" fmla="*/ 1306268 w 1442193"/>
                <a:gd name="connsiteY7" fmla="*/ 866134 h 1312626"/>
                <a:gd name="connsiteX8" fmla="*/ 1442193 w 1442193"/>
                <a:gd name="connsiteY8" fmla="*/ 618999 h 1312626"/>
                <a:gd name="connsiteX9" fmla="*/ 1306268 w 1442193"/>
                <a:gd name="connsiteY9" fmla="*/ 334794 h 1312626"/>
                <a:gd name="connsiteX10" fmla="*/ 997349 w 1442193"/>
                <a:gd name="connsiteY10" fmla="*/ 75302 h 1312626"/>
                <a:gd name="connsiteX11" fmla="*/ 688430 w 1442193"/>
                <a:gd name="connsiteY11" fmla="*/ 13518 h 1312626"/>
                <a:gd name="connsiteX12" fmla="*/ 243587 w 1442193"/>
                <a:gd name="connsiteY12" fmla="*/ 297723 h 1312626"/>
                <a:gd name="connsiteX0" fmla="*/ 305371 w 1442193"/>
                <a:gd name="connsiteY0" fmla="*/ 260821 h 1312794"/>
                <a:gd name="connsiteX1" fmla="*/ 58236 w 1442193"/>
                <a:gd name="connsiteY1" fmla="*/ 507956 h 1312794"/>
                <a:gd name="connsiteX2" fmla="*/ 8809 w 1442193"/>
                <a:gd name="connsiteY2" fmla="*/ 792162 h 1312794"/>
                <a:gd name="connsiteX3" fmla="*/ 194160 w 1442193"/>
                <a:gd name="connsiteY3" fmla="*/ 1039297 h 1312794"/>
                <a:gd name="connsiteX4" fmla="*/ 409888 w 1442193"/>
                <a:gd name="connsiteY4" fmla="*/ 1243698 h 1312794"/>
                <a:gd name="connsiteX5" fmla="*/ 601933 w 1442193"/>
                <a:gd name="connsiteY5" fmla="*/ 1311145 h 1312794"/>
                <a:gd name="connsiteX6" fmla="*/ 923209 w 1442193"/>
                <a:gd name="connsiteY6" fmla="*/ 1187578 h 1312794"/>
                <a:gd name="connsiteX7" fmla="*/ 1306268 w 1442193"/>
                <a:gd name="connsiteY7" fmla="*/ 866302 h 1312794"/>
                <a:gd name="connsiteX8" fmla="*/ 1442193 w 1442193"/>
                <a:gd name="connsiteY8" fmla="*/ 619167 h 1312794"/>
                <a:gd name="connsiteX9" fmla="*/ 1306268 w 1442193"/>
                <a:gd name="connsiteY9" fmla="*/ 334962 h 1312794"/>
                <a:gd name="connsiteX10" fmla="*/ 997349 w 1442193"/>
                <a:gd name="connsiteY10" fmla="*/ 75470 h 1312794"/>
                <a:gd name="connsiteX11" fmla="*/ 688430 w 1442193"/>
                <a:gd name="connsiteY11" fmla="*/ 13686 h 1312794"/>
                <a:gd name="connsiteX12" fmla="*/ 260256 w 1442193"/>
                <a:gd name="connsiteY12" fmla="*/ 300272 h 1312794"/>
                <a:gd name="connsiteX0" fmla="*/ 305371 w 1442193"/>
                <a:gd name="connsiteY0" fmla="*/ 260654 h 1312627"/>
                <a:gd name="connsiteX1" fmla="*/ 58236 w 1442193"/>
                <a:gd name="connsiteY1" fmla="*/ 507789 h 1312627"/>
                <a:gd name="connsiteX2" fmla="*/ 8809 w 1442193"/>
                <a:gd name="connsiteY2" fmla="*/ 791995 h 1312627"/>
                <a:gd name="connsiteX3" fmla="*/ 194160 w 1442193"/>
                <a:gd name="connsiteY3" fmla="*/ 1039130 h 1312627"/>
                <a:gd name="connsiteX4" fmla="*/ 409888 w 1442193"/>
                <a:gd name="connsiteY4" fmla="*/ 1243531 h 1312627"/>
                <a:gd name="connsiteX5" fmla="*/ 601933 w 1442193"/>
                <a:gd name="connsiteY5" fmla="*/ 1310978 h 1312627"/>
                <a:gd name="connsiteX6" fmla="*/ 923209 w 1442193"/>
                <a:gd name="connsiteY6" fmla="*/ 1187411 h 1312627"/>
                <a:gd name="connsiteX7" fmla="*/ 1306268 w 1442193"/>
                <a:gd name="connsiteY7" fmla="*/ 866135 h 1312627"/>
                <a:gd name="connsiteX8" fmla="*/ 1442193 w 1442193"/>
                <a:gd name="connsiteY8" fmla="*/ 619000 h 1312627"/>
                <a:gd name="connsiteX9" fmla="*/ 1306268 w 1442193"/>
                <a:gd name="connsiteY9" fmla="*/ 334795 h 1312627"/>
                <a:gd name="connsiteX10" fmla="*/ 997349 w 1442193"/>
                <a:gd name="connsiteY10" fmla="*/ 75303 h 1312627"/>
                <a:gd name="connsiteX11" fmla="*/ 688430 w 1442193"/>
                <a:gd name="connsiteY11" fmla="*/ 13519 h 1312627"/>
                <a:gd name="connsiteX12" fmla="*/ 253112 w 1442193"/>
                <a:gd name="connsiteY12" fmla="*/ 297723 h 1312627"/>
                <a:gd name="connsiteX0" fmla="*/ 305371 w 1442193"/>
                <a:gd name="connsiteY0" fmla="*/ 257812 h 1309785"/>
                <a:gd name="connsiteX1" fmla="*/ 58236 w 1442193"/>
                <a:gd name="connsiteY1" fmla="*/ 504947 h 1309785"/>
                <a:gd name="connsiteX2" fmla="*/ 8809 w 1442193"/>
                <a:gd name="connsiteY2" fmla="*/ 789153 h 1309785"/>
                <a:gd name="connsiteX3" fmla="*/ 194160 w 1442193"/>
                <a:gd name="connsiteY3" fmla="*/ 1036288 h 1309785"/>
                <a:gd name="connsiteX4" fmla="*/ 409888 w 1442193"/>
                <a:gd name="connsiteY4" fmla="*/ 1240689 h 1309785"/>
                <a:gd name="connsiteX5" fmla="*/ 601933 w 1442193"/>
                <a:gd name="connsiteY5" fmla="*/ 1308136 h 1309785"/>
                <a:gd name="connsiteX6" fmla="*/ 923209 w 1442193"/>
                <a:gd name="connsiteY6" fmla="*/ 1184569 h 1309785"/>
                <a:gd name="connsiteX7" fmla="*/ 1306268 w 1442193"/>
                <a:gd name="connsiteY7" fmla="*/ 863293 h 1309785"/>
                <a:gd name="connsiteX8" fmla="*/ 1442193 w 1442193"/>
                <a:gd name="connsiteY8" fmla="*/ 616158 h 1309785"/>
                <a:gd name="connsiteX9" fmla="*/ 1306268 w 1442193"/>
                <a:gd name="connsiteY9" fmla="*/ 331953 h 1309785"/>
                <a:gd name="connsiteX10" fmla="*/ 997349 w 1442193"/>
                <a:gd name="connsiteY10" fmla="*/ 72461 h 1309785"/>
                <a:gd name="connsiteX11" fmla="*/ 688430 w 1442193"/>
                <a:gd name="connsiteY11" fmla="*/ 10677 h 1309785"/>
                <a:gd name="connsiteX12" fmla="*/ 295974 w 1442193"/>
                <a:gd name="connsiteY12" fmla="*/ 254400 h 1309785"/>
                <a:gd name="connsiteX0" fmla="*/ 305371 w 1442193"/>
                <a:gd name="connsiteY0" fmla="*/ 257812 h 1309785"/>
                <a:gd name="connsiteX1" fmla="*/ 58236 w 1442193"/>
                <a:gd name="connsiteY1" fmla="*/ 504947 h 1309785"/>
                <a:gd name="connsiteX2" fmla="*/ 8809 w 1442193"/>
                <a:gd name="connsiteY2" fmla="*/ 789153 h 1309785"/>
                <a:gd name="connsiteX3" fmla="*/ 194160 w 1442193"/>
                <a:gd name="connsiteY3" fmla="*/ 1036288 h 1309785"/>
                <a:gd name="connsiteX4" fmla="*/ 409888 w 1442193"/>
                <a:gd name="connsiteY4" fmla="*/ 1240689 h 1309785"/>
                <a:gd name="connsiteX5" fmla="*/ 601933 w 1442193"/>
                <a:gd name="connsiteY5" fmla="*/ 1308136 h 1309785"/>
                <a:gd name="connsiteX6" fmla="*/ 923209 w 1442193"/>
                <a:gd name="connsiteY6" fmla="*/ 1184569 h 1309785"/>
                <a:gd name="connsiteX7" fmla="*/ 1306268 w 1442193"/>
                <a:gd name="connsiteY7" fmla="*/ 863293 h 1309785"/>
                <a:gd name="connsiteX8" fmla="*/ 1442193 w 1442193"/>
                <a:gd name="connsiteY8" fmla="*/ 616158 h 1309785"/>
                <a:gd name="connsiteX9" fmla="*/ 1306268 w 1442193"/>
                <a:gd name="connsiteY9" fmla="*/ 331953 h 1309785"/>
                <a:gd name="connsiteX10" fmla="*/ 997349 w 1442193"/>
                <a:gd name="connsiteY10" fmla="*/ 72461 h 1309785"/>
                <a:gd name="connsiteX11" fmla="*/ 688430 w 1442193"/>
                <a:gd name="connsiteY11" fmla="*/ 10677 h 1309785"/>
                <a:gd name="connsiteX12" fmla="*/ 307881 w 1442193"/>
                <a:gd name="connsiteY12" fmla="*/ 254400 h 1309785"/>
                <a:gd name="connsiteX0" fmla="*/ 305371 w 1442193"/>
                <a:gd name="connsiteY0" fmla="*/ 258143 h 1310116"/>
                <a:gd name="connsiteX1" fmla="*/ 58236 w 1442193"/>
                <a:gd name="connsiteY1" fmla="*/ 505278 h 1310116"/>
                <a:gd name="connsiteX2" fmla="*/ 8809 w 1442193"/>
                <a:gd name="connsiteY2" fmla="*/ 789484 h 1310116"/>
                <a:gd name="connsiteX3" fmla="*/ 194160 w 1442193"/>
                <a:gd name="connsiteY3" fmla="*/ 1036619 h 1310116"/>
                <a:gd name="connsiteX4" fmla="*/ 409888 w 1442193"/>
                <a:gd name="connsiteY4" fmla="*/ 1241020 h 1310116"/>
                <a:gd name="connsiteX5" fmla="*/ 601933 w 1442193"/>
                <a:gd name="connsiteY5" fmla="*/ 1308467 h 1310116"/>
                <a:gd name="connsiteX6" fmla="*/ 923209 w 1442193"/>
                <a:gd name="connsiteY6" fmla="*/ 1184900 h 1310116"/>
                <a:gd name="connsiteX7" fmla="*/ 1306268 w 1442193"/>
                <a:gd name="connsiteY7" fmla="*/ 863624 h 1310116"/>
                <a:gd name="connsiteX8" fmla="*/ 1442193 w 1442193"/>
                <a:gd name="connsiteY8" fmla="*/ 616489 h 1310116"/>
                <a:gd name="connsiteX9" fmla="*/ 1306268 w 1442193"/>
                <a:gd name="connsiteY9" fmla="*/ 332284 h 1310116"/>
                <a:gd name="connsiteX10" fmla="*/ 997349 w 1442193"/>
                <a:gd name="connsiteY10" fmla="*/ 72792 h 1310116"/>
                <a:gd name="connsiteX11" fmla="*/ 688430 w 1442193"/>
                <a:gd name="connsiteY11" fmla="*/ 11008 h 1310116"/>
                <a:gd name="connsiteX12" fmla="*/ 298356 w 1442193"/>
                <a:gd name="connsiteY12" fmla="*/ 259493 h 1310116"/>
                <a:gd name="connsiteX0" fmla="*/ 305371 w 1442193"/>
                <a:gd name="connsiteY0" fmla="*/ 258476 h 1310449"/>
                <a:gd name="connsiteX1" fmla="*/ 58236 w 1442193"/>
                <a:gd name="connsiteY1" fmla="*/ 505611 h 1310449"/>
                <a:gd name="connsiteX2" fmla="*/ 8809 w 1442193"/>
                <a:gd name="connsiteY2" fmla="*/ 789817 h 1310449"/>
                <a:gd name="connsiteX3" fmla="*/ 194160 w 1442193"/>
                <a:gd name="connsiteY3" fmla="*/ 1036952 h 1310449"/>
                <a:gd name="connsiteX4" fmla="*/ 409888 w 1442193"/>
                <a:gd name="connsiteY4" fmla="*/ 1241353 h 1310449"/>
                <a:gd name="connsiteX5" fmla="*/ 601933 w 1442193"/>
                <a:gd name="connsiteY5" fmla="*/ 1308800 h 1310449"/>
                <a:gd name="connsiteX6" fmla="*/ 923209 w 1442193"/>
                <a:gd name="connsiteY6" fmla="*/ 1185233 h 1310449"/>
                <a:gd name="connsiteX7" fmla="*/ 1306268 w 1442193"/>
                <a:gd name="connsiteY7" fmla="*/ 863957 h 1310449"/>
                <a:gd name="connsiteX8" fmla="*/ 1442193 w 1442193"/>
                <a:gd name="connsiteY8" fmla="*/ 616822 h 1310449"/>
                <a:gd name="connsiteX9" fmla="*/ 1306268 w 1442193"/>
                <a:gd name="connsiteY9" fmla="*/ 332617 h 1310449"/>
                <a:gd name="connsiteX10" fmla="*/ 997349 w 1442193"/>
                <a:gd name="connsiteY10" fmla="*/ 73125 h 1310449"/>
                <a:gd name="connsiteX11" fmla="*/ 688430 w 1442193"/>
                <a:gd name="connsiteY11" fmla="*/ 11341 h 1310449"/>
                <a:gd name="connsiteX12" fmla="*/ 295975 w 1442193"/>
                <a:gd name="connsiteY12" fmla="*/ 264589 h 1310449"/>
                <a:gd name="connsiteX0" fmla="*/ 305371 w 1442193"/>
                <a:gd name="connsiteY0" fmla="*/ 258476 h 1332161"/>
                <a:gd name="connsiteX1" fmla="*/ 58236 w 1442193"/>
                <a:gd name="connsiteY1" fmla="*/ 505611 h 1332161"/>
                <a:gd name="connsiteX2" fmla="*/ 8809 w 1442193"/>
                <a:gd name="connsiteY2" fmla="*/ 789817 h 1332161"/>
                <a:gd name="connsiteX3" fmla="*/ 194160 w 1442193"/>
                <a:gd name="connsiteY3" fmla="*/ 1036952 h 1332161"/>
                <a:gd name="connsiteX4" fmla="*/ 409888 w 1442193"/>
                <a:gd name="connsiteY4" fmla="*/ 1241353 h 1332161"/>
                <a:gd name="connsiteX5" fmla="*/ 627333 w 1442193"/>
                <a:gd name="connsiteY5" fmla="*/ 1331025 h 1332161"/>
                <a:gd name="connsiteX6" fmla="*/ 923209 w 1442193"/>
                <a:gd name="connsiteY6" fmla="*/ 1185233 h 1332161"/>
                <a:gd name="connsiteX7" fmla="*/ 1306268 w 1442193"/>
                <a:gd name="connsiteY7" fmla="*/ 863957 h 1332161"/>
                <a:gd name="connsiteX8" fmla="*/ 1442193 w 1442193"/>
                <a:gd name="connsiteY8" fmla="*/ 616822 h 1332161"/>
                <a:gd name="connsiteX9" fmla="*/ 1306268 w 1442193"/>
                <a:gd name="connsiteY9" fmla="*/ 332617 h 1332161"/>
                <a:gd name="connsiteX10" fmla="*/ 997349 w 1442193"/>
                <a:gd name="connsiteY10" fmla="*/ 73125 h 1332161"/>
                <a:gd name="connsiteX11" fmla="*/ 688430 w 1442193"/>
                <a:gd name="connsiteY11" fmla="*/ 11341 h 1332161"/>
                <a:gd name="connsiteX12" fmla="*/ 295975 w 1442193"/>
                <a:gd name="connsiteY12" fmla="*/ 264589 h 1332161"/>
                <a:gd name="connsiteX0" fmla="*/ 305371 w 1435843"/>
                <a:gd name="connsiteY0" fmla="*/ 258476 h 1332161"/>
                <a:gd name="connsiteX1" fmla="*/ 58236 w 1435843"/>
                <a:gd name="connsiteY1" fmla="*/ 505611 h 1332161"/>
                <a:gd name="connsiteX2" fmla="*/ 8809 w 1435843"/>
                <a:gd name="connsiteY2" fmla="*/ 789817 h 1332161"/>
                <a:gd name="connsiteX3" fmla="*/ 194160 w 1435843"/>
                <a:gd name="connsiteY3" fmla="*/ 1036952 h 1332161"/>
                <a:gd name="connsiteX4" fmla="*/ 409888 w 1435843"/>
                <a:gd name="connsiteY4" fmla="*/ 1241353 h 1332161"/>
                <a:gd name="connsiteX5" fmla="*/ 627333 w 1435843"/>
                <a:gd name="connsiteY5" fmla="*/ 1331025 h 1332161"/>
                <a:gd name="connsiteX6" fmla="*/ 923209 w 1435843"/>
                <a:gd name="connsiteY6" fmla="*/ 1185233 h 1332161"/>
                <a:gd name="connsiteX7" fmla="*/ 1306268 w 1435843"/>
                <a:gd name="connsiteY7" fmla="*/ 863957 h 1332161"/>
                <a:gd name="connsiteX8" fmla="*/ 1435843 w 1435843"/>
                <a:gd name="connsiteY8" fmla="*/ 623172 h 1332161"/>
                <a:gd name="connsiteX9" fmla="*/ 1306268 w 1435843"/>
                <a:gd name="connsiteY9" fmla="*/ 332617 h 1332161"/>
                <a:gd name="connsiteX10" fmla="*/ 997349 w 1435843"/>
                <a:gd name="connsiteY10" fmla="*/ 73125 h 1332161"/>
                <a:gd name="connsiteX11" fmla="*/ 688430 w 1435843"/>
                <a:gd name="connsiteY11" fmla="*/ 11341 h 1332161"/>
                <a:gd name="connsiteX12" fmla="*/ 295975 w 1435843"/>
                <a:gd name="connsiteY12" fmla="*/ 264589 h 1332161"/>
                <a:gd name="connsiteX0" fmla="*/ 305371 w 1435847"/>
                <a:gd name="connsiteY0" fmla="*/ 258622 h 1332307"/>
                <a:gd name="connsiteX1" fmla="*/ 58236 w 1435847"/>
                <a:gd name="connsiteY1" fmla="*/ 505757 h 1332307"/>
                <a:gd name="connsiteX2" fmla="*/ 8809 w 1435847"/>
                <a:gd name="connsiteY2" fmla="*/ 789963 h 1332307"/>
                <a:gd name="connsiteX3" fmla="*/ 194160 w 1435847"/>
                <a:gd name="connsiteY3" fmla="*/ 1037098 h 1332307"/>
                <a:gd name="connsiteX4" fmla="*/ 409888 w 1435847"/>
                <a:gd name="connsiteY4" fmla="*/ 1241499 h 1332307"/>
                <a:gd name="connsiteX5" fmla="*/ 627333 w 1435847"/>
                <a:gd name="connsiteY5" fmla="*/ 1331171 h 1332307"/>
                <a:gd name="connsiteX6" fmla="*/ 923209 w 1435847"/>
                <a:gd name="connsiteY6" fmla="*/ 1185379 h 1332307"/>
                <a:gd name="connsiteX7" fmla="*/ 1306268 w 1435847"/>
                <a:gd name="connsiteY7" fmla="*/ 864103 h 1332307"/>
                <a:gd name="connsiteX8" fmla="*/ 1435843 w 1435847"/>
                <a:gd name="connsiteY8" fmla="*/ 623318 h 1332307"/>
                <a:gd name="connsiteX9" fmla="*/ 1303093 w 1435847"/>
                <a:gd name="connsiteY9" fmla="*/ 339113 h 1332307"/>
                <a:gd name="connsiteX10" fmla="*/ 997349 w 1435847"/>
                <a:gd name="connsiteY10" fmla="*/ 73271 h 1332307"/>
                <a:gd name="connsiteX11" fmla="*/ 688430 w 1435847"/>
                <a:gd name="connsiteY11" fmla="*/ 11487 h 1332307"/>
                <a:gd name="connsiteX12" fmla="*/ 295975 w 1435847"/>
                <a:gd name="connsiteY12" fmla="*/ 264735 h 1332307"/>
                <a:gd name="connsiteX0" fmla="*/ 305371 w 1435847"/>
                <a:gd name="connsiteY0" fmla="*/ 257598 h 1331283"/>
                <a:gd name="connsiteX1" fmla="*/ 58236 w 1435847"/>
                <a:gd name="connsiteY1" fmla="*/ 504733 h 1331283"/>
                <a:gd name="connsiteX2" fmla="*/ 8809 w 1435847"/>
                <a:gd name="connsiteY2" fmla="*/ 788939 h 1331283"/>
                <a:gd name="connsiteX3" fmla="*/ 194160 w 1435847"/>
                <a:gd name="connsiteY3" fmla="*/ 1036074 h 1331283"/>
                <a:gd name="connsiteX4" fmla="*/ 409888 w 1435847"/>
                <a:gd name="connsiteY4" fmla="*/ 1240475 h 1331283"/>
                <a:gd name="connsiteX5" fmla="*/ 627333 w 1435847"/>
                <a:gd name="connsiteY5" fmla="*/ 1330147 h 1331283"/>
                <a:gd name="connsiteX6" fmla="*/ 923209 w 1435847"/>
                <a:gd name="connsiteY6" fmla="*/ 1184355 h 1331283"/>
                <a:gd name="connsiteX7" fmla="*/ 1306268 w 1435847"/>
                <a:gd name="connsiteY7" fmla="*/ 863079 h 1331283"/>
                <a:gd name="connsiteX8" fmla="*/ 1435843 w 1435847"/>
                <a:gd name="connsiteY8" fmla="*/ 622294 h 1331283"/>
                <a:gd name="connsiteX9" fmla="*/ 1303093 w 1435847"/>
                <a:gd name="connsiteY9" fmla="*/ 338089 h 1331283"/>
                <a:gd name="connsiteX10" fmla="*/ 1016399 w 1435847"/>
                <a:gd name="connsiteY10" fmla="*/ 77010 h 1331283"/>
                <a:gd name="connsiteX11" fmla="*/ 688430 w 1435847"/>
                <a:gd name="connsiteY11" fmla="*/ 10463 h 1331283"/>
                <a:gd name="connsiteX12" fmla="*/ 295975 w 1435847"/>
                <a:gd name="connsiteY12" fmla="*/ 263711 h 1331283"/>
                <a:gd name="connsiteX0" fmla="*/ 305371 w 1436043"/>
                <a:gd name="connsiteY0" fmla="*/ 257598 h 1331283"/>
                <a:gd name="connsiteX1" fmla="*/ 58236 w 1436043"/>
                <a:gd name="connsiteY1" fmla="*/ 504733 h 1331283"/>
                <a:gd name="connsiteX2" fmla="*/ 8809 w 1436043"/>
                <a:gd name="connsiteY2" fmla="*/ 788939 h 1331283"/>
                <a:gd name="connsiteX3" fmla="*/ 194160 w 1436043"/>
                <a:gd name="connsiteY3" fmla="*/ 1036074 h 1331283"/>
                <a:gd name="connsiteX4" fmla="*/ 409888 w 1436043"/>
                <a:gd name="connsiteY4" fmla="*/ 1240475 h 1331283"/>
                <a:gd name="connsiteX5" fmla="*/ 627333 w 1436043"/>
                <a:gd name="connsiteY5" fmla="*/ 1330147 h 1331283"/>
                <a:gd name="connsiteX6" fmla="*/ 923209 w 1436043"/>
                <a:gd name="connsiteY6" fmla="*/ 1184355 h 1331283"/>
                <a:gd name="connsiteX7" fmla="*/ 1306268 w 1436043"/>
                <a:gd name="connsiteY7" fmla="*/ 863079 h 1331283"/>
                <a:gd name="connsiteX8" fmla="*/ 1435843 w 1436043"/>
                <a:gd name="connsiteY8" fmla="*/ 622294 h 1331283"/>
                <a:gd name="connsiteX9" fmla="*/ 1284043 w 1436043"/>
                <a:gd name="connsiteY9" fmla="*/ 338089 h 1331283"/>
                <a:gd name="connsiteX10" fmla="*/ 1016399 w 1436043"/>
                <a:gd name="connsiteY10" fmla="*/ 77010 h 1331283"/>
                <a:gd name="connsiteX11" fmla="*/ 688430 w 1436043"/>
                <a:gd name="connsiteY11" fmla="*/ 10463 h 1331283"/>
                <a:gd name="connsiteX12" fmla="*/ 295975 w 1436043"/>
                <a:gd name="connsiteY12" fmla="*/ 263711 h 1331283"/>
                <a:gd name="connsiteX0" fmla="*/ 305371 w 1436043"/>
                <a:gd name="connsiteY0" fmla="*/ 257598 h 1331283"/>
                <a:gd name="connsiteX1" fmla="*/ 58236 w 1436043"/>
                <a:gd name="connsiteY1" fmla="*/ 504733 h 1331283"/>
                <a:gd name="connsiteX2" fmla="*/ 8809 w 1436043"/>
                <a:gd name="connsiteY2" fmla="*/ 788939 h 1331283"/>
                <a:gd name="connsiteX3" fmla="*/ 194160 w 1436043"/>
                <a:gd name="connsiteY3" fmla="*/ 1036074 h 1331283"/>
                <a:gd name="connsiteX4" fmla="*/ 409888 w 1436043"/>
                <a:gd name="connsiteY4" fmla="*/ 1240475 h 1331283"/>
                <a:gd name="connsiteX5" fmla="*/ 627333 w 1436043"/>
                <a:gd name="connsiteY5" fmla="*/ 1330147 h 1331283"/>
                <a:gd name="connsiteX6" fmla="*/ 923209 w 1436043"/>
                <a:gd name="connsiteY6" fmla="*/ 1184355 h 1331283"/>
                <a:gd name="connsiteX7" fmla="*/ 1306268 w 1436043"/>
                <a:gd name="connsiteY7" fmla="*/ 863079 h 1331283"/>
                <a:gd name="connsiteX8" fmla="*/ 1435843 w 1436043"/>
                <a:gd name="connsiteY8" fmla="*/ 622294 h 1331283"/>
                <a:gd name="connsiteX9" fmla="*/ 1284043 w 1436043"/>
                <a:gd name="connsiteY9" fmla="*/ 338089 h 1331283"/>
                <a:gd name="connsiteX10" fmla="*/ 1006874 w 1436043"/>
                <a:gd name="connsiteY10" fmla="*/ 77010 h 1331283"/>
                <a:gd name="connsiteX11" fmla="*/ 688430 w 1436043"/>
                <a:gd name="connsiteY11" fmla="*/ 10463 h 1331283"/>
                <a:gd name="connsiteX12" fmla="*/ 295975 w 1436043"/>
                <a:gd name="connsiteY12" fmla="*/ 263711 h 1331283"/>
                <a:gd name="connsiteX0" fmla="*/ 305371 w 1436043"/>
                <a:gd name="connsiteY0" fmla="*/ 257598 h 1331283"/>
                <a:gd name="connsiteX1" fmla="*/ 58236 w 1436043"/>
                <a:gd name="connsiteY1" fmla="*/ 504733 h 1331283"/>
                <a:gd name="connsiteX2" fmla="*/ 8809 w 1436043"/>
                <a:gd name="connsiteY2" fmla="*/ 788939 h 1331283"/>
                <a:gd name="connsiteX3" fmla="*/ 194160 w 1436043"/>
                <a:gd name="connsiteY3" fmla="*/ 1036074 h 1331283"/>
                <a:gd name="connsiteX4" fmla="*/ 409888 w 1436043"/>
                <a:gd name="connsiteY4" fmla="*/ 1240475 h 1331283"/>
                <a:gd name="connsiteX5" fmla="*/ 627333 w 1436043"/>
                <a:gd name="connsiteY5" fmla="*/ 1330147 h 1331283"/>
                <a:gd name="connsiteX6" fmla="*/ 923209 w 1436043"/>
                <a:gd name="connsiteY6" fmla="*/ 1184355 h 1331283"/>
                <a:gd name="connsiteX7" fmla="*/ 1306268 w 1436043"/>
                <a:gd name="connsiteY7" fmla="*/ 863079 h 1331283"/>
                <a:gd name="connsiteX8" fmla="*/ 1435843 w 1436043"/>
                <a:gd name="connsiteY8" fmla="*/ 622294 h 1331283"/>
                <a:gd name="connsiteX9" fmla="*/ 1284043 w 1436043"/>
                <a:gd name="connsiteY9" fmla="*/ 338089 h 1331283"/>
                <a:gd name="connsiteX10" fmla="*/ 1006874 w 1436043"/>
                <a:gd name="connsiteY10" fmla="*/ 77010 h 1331283"/>
                <a:gd name="connsiteX11" fmla="*/ 688430 w 1436043"/>
                <a:gd name="connsiteY11" fmla="*/ 10463 h 1331283"/>
                <a:gd name="connsiteX12" fmla="*/ 295975 w 1436043"/>
                <a:gd name="connsiteY12" fmla="*/ 263711 h 1331283"/>
                <a:gd name="connsiteX0" fmla="*/ 305371 w 1436043"/>
                <a:gd name="connsiteY0" fmla="*/ 257598 h 1331283"/>
                <a:gd name="connsiteX1" fmla="*/ 58236 w 1436043"/>
                <a:gd name="connsiteY1" fmla="*/ 504733 h 1331283"/>
                <a:gd name="connsiteX2" fmla="*/ 8809 w 1436043"/>
                <a:gd name="connsiteY2" fmla="*/ 788939 h 1331283"/>
                <a:gd name="connsiteX3" fmla="*/ 194160 w 1436043"/>
                <a:gd name="connsiteY3" fmla="*/ 1036074 h 1331283"/>
                <a:gd name="connsiteX4" fmla="*/ 409888 w 1436043"/>
                <a:gd name="connsiteY4" fmla="*/ 1240475 h 1331283"/>
                <a:gd name="connsiteX5" fmla="*/ 627333 w 1436043"/>
                <a:gd name="connsiteY5" fmla="*/ 1330147 h 1331283"/>
                <a:gd name="connsiteX6" fmla="*/ 923209 w 1436043"/>
                <a:gd name="connsiteY6" fmla="*/ 1184355 h 1331283"/>
                <a:gd name="connsiteX7" fmla="*/ 1306268 w 1436043"/>
                <a:gd name="connsiteY7" fmla="*/ 863079 h 1331283"/>
                <a:gd name="connsiteX8" fmla="*/ 1435843 w 1436043"/>
                <a:gd name="connsiteY8" fmla="*/ 622294 h 1331283"/>
                <a:gd name="connsiteX9" fmla="*/ 1284043 w 1436043"/>
                <a:gd name="connsiteY9" fmla="*/ 338089 h 1331283"/>
                <a:gd name="connsiteX10" fmla="*/ 1006874 w 1436043"/>
                <a:gd name="connsiteY10" fmla="*/ 77010 h 1331283"/>
                <a:gd name="connsiteX11" fmla="*/ 688430 w 1436043"/>
                <a:gd name="connsiteY11" fmla="*/ 10463 h 1331283"/>
                <a:gd name="connsiteX12" fmla="*/ 295975 w 1436043"/>
                <a:gd name="connsiteY12" fmla="*/ 263711 h 133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36043" h="1331283">
                  <a:moveTo>
                    <a:pt x="305371" y="257598"/>
                  </a:moveTo>
                  <a:cubicBezTo>
                    <a:pt x="206517" y="336887"/>
                    <a:pt x="107663" y="416176"/>
                    <a:pt x="58236" y="504733"/>
                  </a:cubicBezTo>
                  <a:cubicBezTo>
                    <a:pt x="8809" y="593290"/>
                    <a:pt x="-13845" y="700382"/>
                    <a:pt x="8809" y="788939"/>
                  </a:cubicBezTo>
                  <a:cubicBezTo>
                    <a:pt x="31463" y="877496"/>
                    <a:pt x="127313" y="960818"/>
                    <a:pt x="194160" y="1036074"/>
                  </a:cubicBezTo>
                  <a:cubicBezTo>
                    <a:pt x="261007" y="1111330"/>
                    <a:pt x="337692" y="1191463"/>
                    <a:pt x="409888" y="1240475"/>
                  </a:cubicBezTo>
                  <a:cubicBezTo>
                    <a:pt x="482084" y="1289487"/>
                    <a:pt x="541780" y="1339500"/>
                    <a:pt x="627333" y="1330147"/>
                  </a:cubicBezTo>
                  <a:cubicBezTo>
                    <a:pt x="712886" y="1320794"/>
                    <a:pt x="810053" y="1262200"/>
                    <a:pt x="923209" y="1184355"/>
                  </a:cubicBezTo>
                  <a:cubicBezTo>
                    <a:pt x="1036365" y="1106510"/>
                    <a:pt x="1220829" y="956756"/>
                    <a:pt x="1306268" y="863079"/>
                  </a:cubicBezTo>
                  <a:cubicBezTo>
                    <a:pt x="1391707" y="769402"/>
                    <a:pt x="1439547" y="709792"/>
                    <a:pt x="1435843" y="622294"/>
                  </a:cubicBezTo>
                  <a:cubicBezTo>
                    <a:pt x="1432139" y="534796"/>
                    <a:pt x="1379351" y="452783"/>
                    <a:pt x="1284043" y="338089"/>
                  </a:cubicBezTo>
                  <a:cubicBezTo>
                    <a:pt x="1188735" y="223395"/>
                    <a:pt x="1106143" y="131614"/>
                    <a:pt x="1006874" y="77010"/>
                  </a:cubicBezTo>
                  <a:cubicBezTo>
                    <a:pt x="907605" y="22406"/>
                    <a:pt x="806913" y="-20654"/>
                    <a:pt x="688430" y="10463"/>
                  </a:cubicBezTo>
                  <a:cubicBezTo>
                    <a:pt x="569947" y="41580"/>
                    <a:pt x="455583" y="140143"/>
                    <a:pt x="295975" y="263711"/>
                  </a:cubicBezTo>
                </a:path>
              </a:pathLst>
            </a:custGeom>
            <a:solidFill>
              <a:srgbClr val="92D050"/>
            </a:solidFill>
            <a:ln w="5715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776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10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lexo" pitchFamily="50" charset="0"/>
                <a:ea typeface="+mn-ea"/>
                <a:cs typeface="+mn-cs"/>
              </a:endParaRPr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DC73BF30-E849-4346-88E9-3FA555E9E0E0}"/>
                </a:ext>
              </a:extLst>
            </p:cNvPr>
            <p:cNvSpPr/>
            <p:nvPr userDrawn="1"/>
          </p:nvSpPr>
          <p:spPr>
            <a:xfrm>
              <a:off x="9534582" y="280764"/>
              <a:ext cx="684186" cy="631034"/>
            </a:xfrm>
            <a:custGeom>
              <a:avLst/>
              <a:gdLst>
                <a:gd name="connsiteX0" fmla="*/ 305371 w 1442193"/>
                <a:gd name="connsiteY0" fmla="*/ 260653 h 1311522"/>
                <a:gd name="connsiteX1" fmla="*/ 58236 w 1442193"/>
                <a:gd name="connsiteY1" fmla="*/ 507788 h 1311522"/>
                <a:gd name="connsiteX2" fmla="*/ 8809 w 1442193"/>
                <a:gd name="connsiteY2" fmla="*/ 791994 h 1311522"/>
                <a:gd name="connsiteX3" fmla="*/ 194160 w 1442193"/>
                <a:gd name="connsiteY3" fmla="*/ 1039129 h 1311522"/>
                <a:gd name="connsiteX4" fmla="*/ 428938 w 1442193"/>
                <a:gd name="connsiteY4" fmla="*/ 1224480 h 1311522"/>
                <a:gd name="connsiteX5" fmla="*/ 601933 w 1442193"/>
                <a:gd name="connsiteY5" fmla="*/ 1310977 h 1311522"/>
                <a:gd name="connsiteX6" fmla="*/ 923209 w 1442193"/>
                <a:gd name="connsiteY6" fmla="*/ 1187410 h 1311522"/>
                <a:gd name="connsiteX7" fmla="*/ 1306268 w 1442193"/>
                <a:gd name="connsiteY7" fmla="*/ 866134 h 1311522"/>
                <a:gd name="connsiteX8" fmla="*/ 1442193 w 1442193"/>
                <a:gd name="connsiteY8" fmla="*/ 618999 h 1311522"/>
                <a:gd name="connsiteX9" fmla="*/ 1306268 w 1442193"/>
                <a:gd name="connsiteY9" fmla="*/ 334794 h 1311522"/>
                <a:gd name="connsiteX10" fmla="*/ 997349 w 1442193"/>
                <a:gd name="connsiteY10" fmla="*/ 75302 h 1311522"/>
                <a:gd name="connsiteX11" fmla="*/ 688430 w 1442193"/>
                <a:gd name="connsiteY11" fmla="*/ 13518 h 1311522"/>
                <a:gd name="connsiteX12" fmla="*/ 243587 w 1442193"/>
                <a:gd name="connsiteY12" fmla="*/ 297723 h 1311522"/>
                <a:gd name="connsiteX0" fmla="*/ 305371 w 1442193"/>
                <a:gd name="connsiteY0" fmla="*/ 260653 h 1312626"/>
                <a:gd name="connsiteX1" fmla="*/ 58236 w 1442193"/>
                <a:gd name="connsiteY1" fmla="*/ 507788 h 1312626"/>
                <a:gd name="connsiteX2" fmla="*/ 8809 w 1442193"/>
                <a:gd name="connsiteY2" fmla="*/ 791994 h 1312626"/>
                <a:gd name="connsiteX3" fmla="*/ 194160 w 1442193"/>
                <a:gd name="connsiteY3" fmla="*/ 1039129 h 1312626"/>
                <a:gd name="connsiteX4" fmla="*/ 409888 w 1442193"/>
                <a:gd name="connsiteY4" fmla="*/ 1243530 h 1312626"/>
                <a:gd name="connsiteX5" fmla="*/ 601933 w 1442193"/>
                <a:gd name="connsiteY5" fmla="*/ 1310977 h 1312626"/>
                <a:gd name="connsiteX6" fmla="*/ 923209 w 1442193"/>
                <a:gd name="connsiteY6" fmla="*/ 1187410 h 1312626"/>
                <a:gd name="connsiteX7" fmla="*/ 1306268 w 1442193"/>
                <a:gd name="connsiteY7" fmla="*/ 866134 h 1312626"/>
                <a:gd name="connsiteX8" fmla="*/ 1442193 w 1442193"/>
                <a:gd name="connsiteY8" fmla="*/ 618999 h 1312626"/>
                <a:gd name="connsiteX9" fmla="*/ 1306268 w 1442193"/>
                <a:gd name="connsiteY9" fmla="*/ 334794 h 1312626"/>
                <a:gd name="connsiteX10" fmla="*/ 997349 w 1442193"/>
                <a:gd name="connsiteY10" fmla="*/ 75302 h 1312626"/>
                <a:gd name="connsiteX11" fmla="*/ 688430 w 1442193"/>
                <a:gd name="connsiteY11" fmla="*/ 13518 h 1312626"/>
                <a:gd name="connsiteX12" fmla="*/ 243587 w 1442193"/>
                <a:gd name="connsiteY12" fmla="*/ 297723 h 1312626"/>
                <a:gd name="connsiteX0" fmla="*/ 305371 w 1442193"/>
                <a:gd name="connsiteY0" fmla="*/ 260821 h 1312794"/>
                <a:gd name="connsiteX1" fmla="*/ 58236 w 1442193"/>
                <a:gd name="connsiteY1" fmla="*/ 507956 h 1312794"/>
                <a:gd name="connsiteX2" fmla="*/ 8809 w 1442193"/>
                <a:gd name="connsiteY2" fmla="*/ 792162 h 1312794"/>
                <a:gd name="connsiteX3" fmla="*/ 194160 w 1442193"/>
                <a:gd name="connsiteY3" fmla="*/ 1039297 h 1312794"/>
                <a:gd name="connsiteX4" fmla="*/ 409888 w 1442193"/>
                <a:gd name="connsiteY4" fmla="*/ 1243698 h 1312794"/>
                <a:gd name="connsiteX5" fmla="*/ 601933 w 1442193"/>
                <a:gd name="connsiteY5" fmla="*/ 1311145 h 1312794"/>
                <a:gd name="connsiteX6" fmla="*/ 923209 w 1442193"/>
                <a:gd name="connsiteY6" fmla="*/ 1187578 h 1312794"/>
                <a:gd name="connsiteX7" fmla="*/ 1306268 w 1442193"/>
                <a:gd name="connsiteY7" fmla="*/ 866302 h 1312794"/>
                <a:gd name="connsiteX8" fmla="*/ 1442193 w 1442193"/>
                <a:gd name="connsiteY8" fmla="*/ 619167 h 1312794"/>
                <a:gd name="connsiteX9" fmla="*/ 1306268 w 1442193"/>
                <a:gd name="connsiteY9" fmla="*/ 334962 h 1312794"/>
                <a:gd name="connsiteX10" fmla="*/ 997349 w 1442193"/>
                <a:gd name="connsiteY10" fmla="*/ 75470 h 1312794"/>
                <a:gd name="connsiteX11" fmla="*/ 688430 w 1442193"/>
                <a:gd name="connsiteY11" fmla="*/ 13686 h 1312794"/>
                <a:gd name="connsiteX12" fmla="*/ 260256 w 1442193"/>
                <a:gd name="connsiteY12" fmla="*/ 300272 h 1312794"/>
                <a:gd name="connsiteX0" fmla="*/ 305371 w 1442193"/>
                <a:gd name="connsiteY0" fmla="*/ 260654 h 1312627"/>
                <a:gd name="connsiteX1" fmla="*/ 58236 w 1442193"/>
                <a:gd name="connsiteY1" fmla="*/ 507789 h 1312627"/>
                <a:gd name="connsiteX2" fmla="*/ 8809 w 1442193"/>
                <a:gd name="connsiteY2" fmla="*/ 791995 h 1312627"/>
                <a:gd name="connsiteX3" fmla="*/ 194160 w 1442193"/>
                <a:gd name="connsiteY3" fmla="*/ 1039130 h 1312627"/>
                <a:gd name="connsiteX4" fmla="*/ 409888 w 1442193"/>
                <a:gd name="connsiteY4" fmla="*/ 1243531 h 1312627"/>
                <a:gd name="connsiteX5" fmla="*/ 601933 w 1442193"/>
                <a:gd name="connsiteY5" fmla="*/ 1310978 h 1312627"/>
                <a:gd name="connsiteX6" fmla="*/ 923209 w 1442193"/>
                <a:gd name="connsiteY6" fmla="*/ 1187411 h 1312627"/>
                <a:gd name="connsiteX7" fmla="*/ 1306268 w 1442193"/>
                <a:gd name="connsiteY7" fmla="*/ 866135 h 1312627"/>
                <a:gd name="connsiteX8" fmla="*/ 1442193 w 1442193"/>
                <a:gd name="connsiteY8" fmla="*/ 619000 h 1312627"/>
                <a:gd name="connsiteX9" fmla="*/ 1306268 w 1442193"/>
                <a:gd name="connsiteY9" fmla="*/ 334795 h 1312627"/>
                <a:gd name="connsiteX10" fmla="*/ 997349 w 1442193"/>
                <a:gd name="connsiteY10" fmla="*/ 75303 h 1312627"/>
                <a:gd name="connsiteX11" fmla="*/ 688430 w 1442193"/>
                <a:gd name="connsiteY11" fmla="*/ 13519 h 1312627"/>
                <a:gd name="connsiteX12" fmla="*/ 253112 w 1442193"/>
                <a:gd name="connsiteY12" fmla="*/ 297723 h 1312627"/>
                <a:gd name="connsiteX0" fmla="*/ 305371 w 1442193"/>
                <a:gd name="connsiteY0" fmla="*/ 257812 h 1309785"/>
                <a:gd name="connsiteX1" fmla="*/ 58236 w 1442193"/>
                <a:gd name="connsiteY1" fmla="*/ 504947 h 1309785"/>
                <a:gd name="connsiteX2" fmla="*/ 8809 w 1442193"/>
                <a:gd name="connsiteY2" fmla="*/ 789153 h 1309785"/>
                <a:gd name="connsiteX3" fmla="*/ 194160 w 1442193"/>
                <a:gd name="connsiteY3" fmla="*/ 1036288 h 1309785"/>
                <a:gd name="connsiteX4" fmla="*/ 409888 w 1442193"/>
                <a:gd name="connsiteY4" fmla="*/ 1240689 h 1309785"/>
                <a:gd name="connsiteX5" fmla="*/ 601933 w 1442193"/>
                <a:gd name="connsiteY5" fmla="*/ 1308136 h 1309785"/>
                <a:gd name="connsiteX6" fmla="*/ 923209 w 1442193"/>
                <a:gd name="connsiteY6" fmla="*/ 1184569 h 1309785"/>
                <a:gd name="connsiteX7" fmla="*/ 1306268 w 1442193"/>
                <a:gd name="connsiteY7" fmla="*/ 863293 h 1309785"/>
                <a:gd name="connsiteX8" fmla="*/ 1442193 w 1442193"/>
                <a:gd name="connsiteY8" fmla="*/ 616158 h 1309785"/>
                <a:gd name="connsiteX9" fmla="*/ 1306268 w 1442193"/>
                <a:gd name="connsiteY9" fmla="*/ 331953 h 1309785"/>
                <a:gd name="connsiteX10" fmla="*/ 997349 w 1442193"/>
                <a:gd name="connsiteY10" fmla="*/ 72461 h 1309785"/>
                <a:gd name="connsiteX11" fmla="*/ 688430 w 1442193"/>
                <a:gd name="connsiteY11" fmla="*/ 10677 h 1309785"/>
                <a:gd name="connsiteX12" fmla="*/ 295974 w 1442193"/>
                <a:gd name="connsiteY12" fmla="*/ 254400 h 1309785"/>
                <a:gd name="connsiteX0" fmla="*/ 305371 w 1442193"/>
                <a:gd name="connsiteY0" fmla="*/ 257812 h 1309785"/>
                <a:gd name="connsiteX1" fmla="*/ 58236 w 1442193"/>
                <a:gd name="connsiteY1" fmla="*/ 504947 h 1309785"/>
                <a:gd name="connsiteX2" fmla="*/ 8809 w 1442193"/>
                <a:gd name="connsiteY2" fmla="*/ 789153 h 1309785"/>
                <a:gd name="connsiteX3" fmla="*/ 194160 w 1442193"/>
                <a:gd name="connsiteY3" fmla="*/ 1036288 h 1309785"/>
                <a:gd name="connsiteX4" fmla="*/ 409888 w 1442193"/>
                <a:gd name="connsiteY4" fmla="*/ 1240689 h 1309785"/>
                <a:gd name="connsiteX5" fmla="*/ 601933 w 1442193"/>
                <a:gd name="connsiteY5" fmla="*/ 1308136 h 1309785"/>
                <a:gd name="connsiteX6" fmla="*/ 923209 w 1442193"/>
                <a:gd name="connsiteY6" fmla="*/ 1184569 h 1309785"/>
                <a:gd name="connsiteX7" fmla="*/ 1306268 w 1442193"/>
                <a:gd name="connsiteY7" fmla="*/ 863293 h 1309785"/>
                <a:gd name="connsiteX8" fmla="*/ 1442193 w 1442193"/>
                <a:gd name="connsiteY8" fmla="*/ 616158 h 1309785"/>
                <a:gd name="connsiteX9" fmla="*/ 1306268 w 1442193"/>
                <a:gd name="connsiteY9" fmla="*/ 331953 h 1309785"/>
                <a:gd name="connsiteX10" fmla="*/ 997349 w 1442193"/>
                <a:gd name="connsiteY10" fmla="*/ 72461 h 1309785"/>
                <a:gd name="connsiteX11" fmla="*/ 688430 w 1442193"/>
                <a:gd name="connsiteY11" fmla="*/ 10677 h 1309785"/>
                <a:gd name="connsiteX12" fmla="*/ 307881 w 1442193"/>
                <a:gd name="connsiteY12" fmla="*/ 254400 h 1309785"/>
                <a:gd name="connsiteX0" fmla="*/ 305371 w 1442193"/>
                <a:gd name="connsiteY0" fmla="*/ 258143 h 1310116"/>
                <a:gd name="connsiteX1" fmla="*/ 58236 w 1442193"/>
                <a:gd name="connsiteY1" fmla="*/ 505278 h 1310116"/>
                <a:gd name="connsiteX2" fmla="*/ 8809 w 1442193"/>
                <a:gd name="connsiteY2" fmla="*/ 789484 h 1310116"/>
                <a:gd name="connsiteX3" fmla="*/ 194160 w 1442193"/>
                <a:gd name="connsiteY3" fmla="*/ 1036619 h 1310116"/>
                <a:gd name="connsiteX4" fmla="*/ 409888 w 1442193"/>
                <a:gd name="connsiteY4" fmla="*/ 1241020 h 1310116"/>
                <a:gd name="connsiteX5" fmla="*/ 601933 w 1442193"/>
                <a:gd name="connsiteY5" fmla="*/ 1308467 h 1310116"/>
                <a:gd name="connsiteX6" fmla="*/ 923209 w 1442193"/>
                <a:gd name="connsiteY6" fmla="*/ 1184900 h 1310116"/>
                <a:gd name="connsiteX7" fmla="*/ 1306268 w 1442193"/>
                <a:gd name="connsiteY7" fmla="*/ 863624 h 1310116"/>
                <a:gd name="connsiteX8" fmla="*/ 1442193 w 1442193"/>
                <a:gd name="connsiteY8" fmla="*/ 616489 h 1310116"/>
                <a:gd name="connsiteX9" fmla="*/ 1306268 w 1442193"/>
                <a:gd name="connsiteY9" fmla="*/ 332284 h 1310116"/>
                <a:gd name="connsiteX10" fmla="*/ 997349 w 1442193"/>
                <a:gd name="connsiteY10" fmla="*/ 72792 h 1310116"/>
                <a:gd name="connsiteX11" fmla="*/ 688430 w 1442193"/>
                <a:gd name="connsiteY11" fmla="*/ 11008 h 1310116"/>
                <a:gd name="connsiteX12" fmla="*/ 298356 w 1442193"/>
                <a:gd name="connsiteY12" fmla="*/ 259493 h 1310116"/>
                <a:gd name="connsiteX0" fmla="*/ 305371 w 1442193"/>
                <a:gd name="connsiteY0" fmla="*/ 258476 h 1310449"/>
                <a:gd name="connsiteX1" fmla="*/ 58236 w 1442193"/>
                <a:gd name="connsiteY1" fmla="*/ 505611 h 1310449"/>
                <a:gd name="connsiteX2" fmla="*/ 8809 w 1442193"/>
                <a:gd name="connsiteY2" fmla="*/ 789817 h 1310449"/>
                <a:gd name="connsiteX3" fmla="*/ 194160 w 1442193"/>
                <a:gd name="connsiteY3" fmla="*/ 1036952 h 1310449"/>
                <a:gd name="connsiteX4" fmla="*/ 409888 w 1442193"/>
                <a:gd name="connsiteY4" fmla="*/ 1241353 h 1310449"/>
                <a:gd name="connsiteX5" fmla="*/ 601933 w 1442193"/>
                <a:gd name="connsiteY5" fmla="*/ 1308800 h 1310449"/>
                <a:gd name="connsiteX6" fmla="*/ 923209 w 1442193"/>
                <a:gd name="connsiteY6" fmla="*/ 1185233 h 1310449"/>
                <a:gd name="connsiteX7" fmla="*/ 1306268 w 1442193"/>
                <a:gd name="connsiteY7" fmla="*/ 863957 h 1310449"/>
                <a:gd name="connsiteX8" fmla="*/ 1442193 w 1442193"/>
                <a:gd name="connsiteY8" fmla="*/ 616822 h 1310449"/>
                <a:gd name="connsiteX9" fmla="*/ 1306268 w 1442193"/>
                <a:gd name="connsiteY9" fmla="*/ 332617 h 1310449"/>
                <a:gd name="connsiteX10" fmla="*/ 997349 w 1442193"/>
                <a:gd name="connsiteY10" fmla="*/ 73125 h 1310449"/>
                <a:gd name="connsiteX11" fmla="*/ 688430 w 1442193"/>
                <a:gd name="connsiteY11" fmla="*/ 11341 h 1310449"/>
                <a:gd name="connsiteX12" fmla="*/ 295975 w 1442193"/>
                <a:gd name="connsiteY12" fmla="*/ 264589 h 1310449"/>
                <a:gd name="connsiteX0" fmla="*/ 305371 w 1442193"/>
                <a:gd name="connsiteY0" fmla="*/ 258476 h 1332161"/>
                <a:gd name="connsiteX1" fmla="*/ 58236 w 1442193"/>
                <a:gd name="connsiteY1" fmla="*/ 505611 h 1332161"/>
                <a:gd name="connsiteX2" fmla="*/ 8809 w 1442193"/>
                <a:gd name="connsiteY2" fmla="*/ 789817 h 1332161"/>
                <a:gd name="connsiteX3" fmla="*/ 194160 w 1442193"/>
                <a:gd name="connsiteY3" fmla="*/ 1036952 h 1332161"/>
                <a:gd name="connsiteX4" fmla="*/ 409888 w 1442193"/>
                <a:gd name="connsiteY4" fmla="*/ 1241353 h 1332161"/>
                <a:gd name="connsiteX5" fmla="*/ 627333 w 1442193"/>
                <a:gd name="connsiteY5" fmla="*/ 1331025 h 1332161"/>
                <a:gd name="connsiteX6" fmla="*/ 923209 w 1442193"/>
                <a:gd name="connsiteY6" fmla="*/ 1185233 h 1332161"/>
                <a:gd name="connsiteX7" fmla="*/ 1306268 w 1442193"/>
                <a:gd name="connsiteY7" fmla="*/ 863957 h 1332161"/>
                <a:gd name="connsiteX8" fmla="*/ 1442193 w 1442193"/>
                <a:gd name="connsiteY8" fmla="*/ 616822 h 1332161"/>
                <a:gd name="connsiteX9" fmla="*/ 1306268 w 1442193"/>
                <a:gd name="connsiteY9" fmla="*/ 332617 h 1332161"/>
                <a:gd name="connsiteX10" fmla="*/ 997349 w 1442193"/>
                <a:gd name="connsiteY10" fmla="*/ 73125 h 1332161"/>
                <a:gd name="connsiteX11" fmla="*/ 688430 w 1442193"/>
                <a:gd name="connsiteY11" fmla="*/ 11341 h 1332161"/>
                <a:gd name="connsiteX12" fmla="*/ 295975 w 1442193"/>
                <a:gd name="connsiteY12" fmla="*/ 264589 h 1332161"/>
                <a:gd name="connsiteX0" fmla="*/ 305371 w 1435843"/>
                <a:gd name="connsiteY0" fmla="*/ 258476 h 1332161"/>
                <a:gd name="connsiteX1" fmla="*/ 58236 w 1435843"/>
                <a:gd name="connsiteY1" fmla="*/ 505611 h 1332161"/>
                <a:gd name="connsiteX2" fmla="*/ 8809 w 1435843"/>
                <a:gd name="connsiteY2" fmla="*/ 789817 h 1332161"/>
                <a:gd name="connsiteX3" fmla="*/ 194160 w 1435843"/>
                <a:gd name="connsiteY3" fmla="*/ 1036952 h 1332161"/>
                <a:gd name="connsiteX4" fmla="*/ 409888 w 1435843"/>
                <a:gd name="connsiteY4" fmla="*/ 1241353 h 1332161"/>
                <a:gd name="connsiteX5" fmla="*/ 627333 w 1435843"/>
                <a:gd name="connsiteY5" fmla="*/ 1331025 h 1332161"/>
                <a:gd name="connsiteX6" fmla="*/ 923209 w 1435843"/>
                <a:gd name="connsiteY6" fmla="*/ 1185233 h 1332161"/>
                <a:gd name="connsiteX7" fmla="*/ 1306268 w 1435843"/>
                <a:gd name="connsiteY7" fmla="*/ 863957 h 1332161"/>
                <a:gd name="connsiteX8" fmla="*/ 1435843 w 1435843"/>
                <a:gd name="connsiteY8" fmla="*/ 623172 h 1332161"/>
                <a:gd name="connsiteX9" fmla="*/ 1306268 w 1435843"/>
                <a:gd name="connsiteY9" fmla="*/ 332617 h 1332161"/>
                <a:gd name="connsiteX10" fmla="*/ 997349 w 1435843"/>
                <a:gd name="connsiteY10" fmla="*/ 73125 h 1332161"/>
                <a:gd name="connsiteX11" fmla="*/ 688430 w 1435843"/>
                <a:gd name="connsiteY11" fmla="*/ 11341 h 1332161"/>
                <a:gd name="connsiteX12" fmla="*/ 295975 w 1435843"/>
                <a:gd name="connsiteY12" fmla="*/ 264589 h 1332161"/>
                <a:gd name="connsiteX0" fmla="*/ 305371 w 1435847"/>
                <a:gd name="connsiteY0" fmla="*/ 258622 h 1332307"/>
                <a:gd name="connsiteX1" fmla="*/ 58236 w 1435847"/>
                <a:gd name="connsiteY1" fmla="*/ 505757 h 1332307"/>
                <a:gd name="connsiteX2" fmla="*/ 8809 w 1435847"/>
                <a:gd name="connsiteY2" fmla="*/ 789963 h 1332307"/>
                <a:gd name="connsiteX3" fmla="*/ 194160 w 1435847"/>
                <a:gd name="connsiteY3" fmla="*/ 1037098 h 1332307"/>
                <a:gd name="connsiteX4" fmla="*/ 409888 w 1435847"/>
                <a:gd name="connsiteY4" fmla="*/ 1241499 h 1332307"/>
                <a:gd name="connsiteX5" fmla="*/ 627333 w 1435847"/>
                <a:gd name="connsiteY5" fmla="*/ 1331171 h 1332307"/>
                <a:gd name="connsiteX6" fmla="*/ 923209 w 1435847"/>
                <a:gd name="connsiteY6" fmla="*/ 1185379 h 1332307"/>
                <a:gd name="connsiteX7" fmla="*/ 1306268 w 1435847"/>
                <a:gd name="connsiteY7" fmla="*/ 864103 h 1332307"/>
                <a:gd name="connsiteX8" fmla="*/ 1435843 w 1435847"/>
                <a:gd name="connsiteY8" fmla="*/ 623318 h 1332307"/>
                <a:gd name="connsiteX9" fmla="*/ 1303093 w 1435847"/>
                <a:gd name="connsiteY9" fmla="*/ 339113 h 1332307"/>
                <a:gd name="connsiteX10" fmla="*/ 997349 w 1435847"/>
                <a:gd name="connsiteY10" fmla="*/ 73271 h 1332307"/>
                <a:gd name="connsiteX11" fmla="*/ 688430 w 1435847"/>
                <a:gd name="connsiteY11" fmla="*/ 11487 h 1332307"/>
                <a:gd name="connsiteX12" fmla="*/ 295975 w 1435847"/>
                <a:gd name="connsiteY12" fmla="*/ 264735 h 1332307"/>
                <a:gd name="connsiteX0" fmla="*/ 305371 w 1435847"/>
                <a:gd name="connsiteY0" fmla="*/ 257598 h 1331283"/>
                <a:gd name="connsiteX1" fmla="*/ 58236 w 1435847"/>
                <a:gd name="connsiteY1" fmla="*/ 504733 h 1331283"/>
                <a:gd name="connsiteX2" fmla="*/ 8809 w 1435847"/>
                <a:gd name="connsiteY2" fmla="*/ 788939 h 1331283"/>
                <a:gd name="connsiteX3" fmla="*/ 194160 w 1435847"/>
                <a:gd name="connsiteY3" fmla="*/ 1036074 h 1331283"/>
                <a:gd name="connsiteX4" fmla="*/ 409888 w 1435847"/>
                <a:gd name="connsiteY4" fmla="*/ 1240475 h 1331283"/>
                <a:gd name="connsiteX5" fmla="*/ 627333 w 1435847"/>
                <a:gd name="connsiteY5" fmla="*/ 1330147 h 1331283"/>
                <a:gd name="connsiteX6" fmla="*/ 923209 w 1435847"/>
                <a:gd name="connsiteY6" fmla="*/ 1184355 h 1331283"/>
                <a:gd name="connsiteX7" fmla="*/ 1306268 w 1435847"/>
                <a:gd name="connsiteY7" fmla="*/ 863079 h 1331283"/>
                <a:gd name="connsiteX8" fmla="*/ 1435843 w 1435847"/>
                <a:gd name="connsiteY8" fmla="*/ 622294 h 1331283"/>
                <a:gd name="connsiteX9" fmla="*/ 1303093 w 1435847"/>
                <a:gd name="connsiteY9" fmla="*/ 338089 h 1331283"/>
                <a:gd name="connsiteX10" fmla="*/ 1016399 w 1435847"/>
                <a:gd name="connsiteY10" fmla="*/ 77010 h 1331283"/>
                <a:gd name="connsiteX11" fmla="*/ 688430 w 1435847"/>
                <a:gd name="connsiteY11" fmla="*/ 10463 h 1331283"/>
                <a:gd name="connsiteX12" fmla="*/ 295975 w 1435847"/>
                <a:gd name="connsiteY12" fmla="*/ 263711 h 1331283"/>
                <a:gd name="connsiteX0" fmla="*/ 305371 w 1436043"/>
                <a:gd name="connsiteY0" fmla="*/ 257598 h 1331283"/>
                <a:gd name="connsiteX1" fmla="*/ 58236 w 1436043"/>
                <a:gd name="connsiteY1" fmla="*/ 504733 h 1331283"/>
                <a:gd name="connsiteX2" fmla="*/ 8809 w 1436043"/>
                <a:gd name="connsiteY2" fmla="*/ 788939 h 1331283"/>
                <a:gd name="connsiteX3" fmla="*/ 194160 w 1436043"/>
                <a:gd name="connsiteY3" fmla="*/ 1036074 h 1331283"/>
                <a:gd name="connsiteX4" fmla="*/ 409888 w 1436043"/>
                <a:gd name="connsiteY4" fmla="*/ 1240475 h 1331283"/>
                <a:gd name="connsiteX5" fmla="*/ 627333 w 1436043"/>
                <a:gd name="connsiteY5" fmla="*/ 1330147 h 1331283"/>
                <a:gd name="connsiteX6" fmla="*/ 923209 w 1436043"/>
                <a:gd name="connsiteY6" fmla="*/ 1184355 h 1331283"/>
                <a:gd name="connsiteX7" fmla="*/ 1306268 w 1436043"/>
                <a:gd name="connsiteY7" fmla="*/ 863079 h 1331283"/>
                <a:gd name="connsiteX8" fmla="*/ 1435843 w 1436043"/>
                <a:gd name="connsiteY8" fmla="*/ 622294 h 1331283"/>
                <a:gd name="connsiteX9" fmla="*/ 1284043 w 1436043"/>
                <a:gd name="connsiteY9" fmla="*/ 338089 h 1331283"/>
                <a:gd name="connsiteX10" fmla="*/ 1016399 w 1436043"/>
                <a:gd name="connsiteY10" fmla="*/ 77010 h 1331283"/>
                <a:gd name="connsiteX11" fmla="*/ 688430 w 1436043"/>
                <a:gd name="connsiteY11" fmla="*/ 10463 h 1331283"/>
                <a:gd name="connsiteX12" fmla="*/ 295975 w 1436043"/>
                <a:gd name="connsiteY12" fmla="*/ 263711 h 1331283"/>
                <a:gd name="connsiteX0" fmla="*/ 305371 w 1436043"/>
                <a:gd name="connsiteY0" fmla="*/ 257598 h 1331283"/>
                <a:gd name="connsiteX1" fmla="*/ 58236 w 1436043"/>
                <a:gd name="connsiteY1" fmla="*/ 504733 h 1331283"/>
                <a:gd name="connsiteX2" fmla="*/ 8809 w 1436043"/>
                <a:gd name="connsiteY2" fmla="*/ 788939 h 1331283"/>
                <a:gd name="connsiteX3" fmla="*/ 194160 w 1436043"/>
                <a:gd name="connsiteY3" fmla="*/ 1036074 h 1331283"/>
                <a:gd name="connsiteX4" fmla="*/ 409888 w 1436043"/>
                <a:gd name="connsiteY4" fmla="*/ 1240475 h 1331283"/>
                <a:gd name="connsiteX5" fmla="*/ 627333 w 1436043"/>
                <a:gd name="connsiteY5" fmla="*/ 1330147 h 1331283"/>
                <a:gd name="connsiteX6" fmla="*/ 923209 w 1436043"/>
                <a:gd name="connsiteY6" fmla="*/ 1184355 h 1331283"/>
                <a:gd name="connsiteX7" fmla="*/ 1306268 w 1436043"/>
                <a:gd name="connsiteY7" fmla="*/ 863079 h 1331283"/>
                <a:gd name="connsiteX8" fmla="*/ 1435843 w 1436043"/>
                <a:gd name="connsiteY8" fmla="*/ 622294 h 1331283"/>
                <a:gd name="connsiteX9" fmla="*/ 1284043 w 1436043"/>
                <a:gd name="connsiteY9" fmla="*/ 338089 h 1331283"/>
                <a:gd name="connsiteX10" fmla="*/ 1006874 w 1436043"/>
                <a:gd name="connsiteY10" fmla="*/ 77010 h 1331283"/>
                <a:gd name="connsiteX11" fmla="*/ 688430 w 1436043"/>
                <a:gd name="connsiteY11" fmla="*/ 10463 h 1331283"/>
                <a:gd name="connsiteX12" fmla="*/ 295975 w 1436043"/>
                <a:gd name="connsiteY12" fmla="*/ 263711 h 1331283"/>
                <a:gd name="connsiteX0" fmla="*/ 305371 w 1436043"/>
                <a:gd name="connsiteY0" fmla="*/ 257598 h 1331283"/>
                <a:gd name="connsiteX1" fmla="*/ 58236 w 1436043"/>
                <a:gd name="connsiteY1" fmla="*/ 504733 h 1331283"/>
                <a:gd name="connsiteX2" fmla="*/ 8809 w 1436043"/>
                <a:gd name="connsiteY2" fmla="*/ 788939 h 1331283"/>
                <a:gd name="connsiteX3" fmla="*/ 194160 w 1436043"/>
                <a:gd name="connsiteY3" fmla="*/ 1036074 h 1331283"/>
                <a:gd name="connsiteX4" fmla="*/ 409888 w 1436043"/>
                <a:gd name="connsiteY4" fmla="*/ 1240475 h 1331283"/>
                <a:gd name="connsiteX5" fmla="*/ 627333 w 1436043"/>
                <a:gd name="connsiteY5" fmla="*/ 1330147 h 1331283"/>
                <a:gd name="connsiteX6" fmla="*/ 923209 w 1436043"/>
                <a:gd name="connsiteY6" fmla="*/ 1184355 h 1331283"/>
                <a:gd name="connsiteX7" fmla="*/ 1306268 w 1436043"/>
                <a:gd name="connsiteY7" fmla="*/ 863079 h 1331283"/>
                <a:gd name="connsiteX8" fmla="*/ 1435843 w 1436043"/>
                <a:gd name="connsiteY8" fmla="*/ 622294 h 1331283"/>
                <a:gd name="connsiteX9" fmla="*/ 1284043 w 1436043"/>
                <a:gd name="connsiteY9" fmla="*/ 338089 h 1331283"/>
                <a:gd name="connsiteX10" fmla="*/ 1006874 w 1436043"/>
                <a:gd name="connsiteY10" fmla="*/ 77010 h 1331283"/>
                <a:gd name="connsiteX11" fmla="*/ 688430 w 1436043"/>
                <a:gd name="connsiteY11" fmla="*/ 10463 h 1331283"/>
                <a:gd name="connsiteX12" fmla="*/ 295975 w 1436043"/>
                <a:gd name="connsiteY12" fmla="*/ 263711 h 1331283"/>
                <a:gd name="connsiteX0" fmla="*/ 305371 w 1436043"/>
                <a:gd name="connsiteY0" fmla="*/ 257598 h 1331283"/>
                <a:gd name="connsiteX1" fmla="*/ 58236 w 1436043"/>
                <a:gd name="connsiteY1" fmla="*/ 504733 h 1331283"/>
                <a:gd name="connsiteX2" fmla="*/ 8809 w 1436043"/>
                <a:gd name="connsiteY2" fmla="*/ 788939 h 1331283"/>
                <a:gd name="connsiteX3" fmla="*/ 194160 w 1436043"/>
                <a:gd name="connsiteY3" fmla="*/ 1036074 h 1331283"/>
                <a:gd name="connsiteX4" fmla="*/ 409888 w 1436043"/>
                <a:gd name="connsiteY4" fmla="*/ 1240475 h 1331283"/>
                <a:gd name="connsiteX5" fmla="*/ 627333 w 1436043"/>
                <a:gd name="connsiteY5" fmla="*/ 1330147 h 1331283"/>
                <a:gd name="connsiteX6" fmla="*/ 923209 w 1436043"/>
                <a:gd name="connsiteY6" fmla="*/ 1184355 h 1331283"/>
                <a:gd name="connsiteX7" fmla="*/ 1306268 w 1436043"/>
                <a:gd name="connsiteY7" fmla="*/ 863079 h 1331283"/>
                <a:gd name="connsiteX8" fmla="*/ 1435843 w 1436043"/>
                <a:gd name="connsiteY8" fmla="*/ 622294 h 1331283"/>
                <a:gd name="connsiteX9" fmla="*/ 1284043 w 1436043"/>
                <a:gd name="connsiteY9" fmla="*/ 338089 h 1331283"/>
                <a:gd name="connsiteX10" fmla="*/ 1006874 w 1436043"/>
                <a:gd name="connsiteY10" fmla="*/ 77010 h 1331283"/>
                <a:gd name="connsiteX11" fmla="*/ 688430 w 1436043"/>
                <a:gd name="connsiteY11" fmla="*/ 10463 h 1331283"/>
                <a:gd name="connsiteX12" fmla="*/ 295975 w 1436043"/>
                <a:gd name="connsiteY12" fmla="*/ 263711 h 133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36043" h="1331283">
                  <a:moveTo>
                    <a:pt x="305371" y="257598"/>
                  </a:moveTo>
                  <a:cubicBezTo>
                    <a:pt x="206517" y="336887"/>
                    <a:pt x="107663" y="416176"/>
                    <a:pt x="58236" y="504733"/>
                  </a:cubicBezTo>
                  <a:cubicBezTo>
                    <a:pt x="8809" y="593290"/>
                    <a:pt x="-13845" y="700382"/>
                    <a:pt x="8809" y="788939"/>
                  </a:cubicBezTo>
                  <a:cubicBezTo>
                    <a:pt x="31463" y="877496"/>
                    <a:pt x="127313" y="960818"/>
                    <a:pt x="194160" y="1036074"/>
                  </a:cubicBezTo>
                  <a:cubicBezTo>
                    <a:pt x="261007" y="1111330"/>
                    <a:pt x="337692" y="1191463"/>
                    <a:pt x="409888" y="1240475"/>
                  </a:cubicBezTo>
                  <a:cubicBezTo>
                    <a:pt x="482084" y="1289487"/>
                    <a:pt x="541780" y="1339500"/>
                    <a:pt x="627333" y="1330147"/>
                  </a:cubicBezTo>
                  <a:cubicBezTo>
                    <a:pt x="712886" y="1320794"/>
                    <a:pt x="810053" y="1262200"/>
                    <a:pt x="923209" y="1184355"/>
                  </a:cubicBezTo>
                  <a:cubicBezTo>
                    <a:pt x="1036365" y="1106510"/>
                    <a:pt x="1220829" y="956756"/>
                    <a:pt x="1306268" y="863079"/>
                  </a:cubicBezTo>
                  <a:cubicBezTo>
                    <a:pt x="1391707" y="769402"/>
                    <a:pt x="1439547" y="709792"/>
                    <a:pt x="1435843" y="622294"/>
                  </a:cubicBezTo>
                  <a:cubicBezTo>
                    <a:pt x="1432139" y="534796"/>
                    <a:pt x="1379351" y="452783"/>
                    <a:pt x="1284043" y="338089"/>
                  </a:cubicBezTo>
                  <a:cubicBezTo>
                    <a:pt x="1188735" y="223395"/>
                    <a:pt x="1106143" y="131614"/>
                    <a:pt x="1006874" y="77010"/>
                  </a:cubicBezTo>
                  <a:cubicBezTo>
                    <a:pt x="907605" y="22406"/>
                    <a:pt x="806913" y="-20654"/>
                    <a:pt x="688430" y="10463"/>
                  </a:cubicBezTo>
                  <a:cubicBezTo>
                    <a:pt x="569947" y="41580"/>
                    <a:pt x="455583" y="140143"/>
                    <a:pt x="295975" y="263711"/>
                  </a:cubicBezTo>
                </a:path>
              </a:pathLst>
            </a:custGeom>
            <a:solidFill>
              <a:srgbClr val="FF8000"/>
            </a:solidFill>
            <a:ln w="57150">
              <a:solidFill>
                <a:srgbClr val="FF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8776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108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lexo" pitchFamily="50" charset="0"/>
                <a:ea typeface="+mn-ea"/>
                <a:cs typeface="+mn-cs"/>
              </a:endParaRPr>
            </a:p>
          </p:txBody>
        </p:sp>
      </p:grpSp>
      <p:grpSp>
        <p:nvGrpSpPr>
          <p:cNvPr id="17" name="Group 71">
            <a:extLst>
              <a:ext uri="{FF2B5EF4-FFF2-40B4-BE49-F238E27FC236}">
                <a16:creationId xmlns:a16="http://schemas.microsoft.com/office/drawing/2014/main" id="{C82A8CA4-0694-4D45-A8A0-734A26CC6595}"/>
              </a:ext>
            </a:extLst>
          </p:cNvPr>
          <p:cNvGrpSpPr/>
          <p:nvPr userDrawn="1"/>
        </p:nvGrpSpPr>
        <p:grpSpPr>
          <a:xfrm>
            <a:off x="220953" y="6492301"/>
            <a:ext cx="651251" cy="174273"/>
            <a:chOff x="4797041" y="952089"/>
            <a:chExt cx="2281238" cy="609599"/>
          </a:xfrm>
        </p:grpSpPr>
        <p:sp>
          <p:nvSpPr>
            <p:cNvPr id="18" name="Freeform 538">
              <a:extLst>
                <a:ext uri="{FF2B5EF4-FFF2-40B4-BE49-F238E27FC236}">
                  <a16:creationId xmlns:a16="http://schemas.microsoft.com/office/drawing/2014/main" id="{0FB71B27-4847-4282-B242-3B63D8E498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36841" y="952089"/>
              <a:ext cx="482600" cy="609599"/>
            </a:xfrm>
            <a:custGeom>
              <a:avLst/>
              <a:gdLst>
                <a:gd name="T0" fmla="*/ 52 w 195"/>
                <a:gd name="T1" fmla="*/ 30 h 244"/>
                <a:gd name="T2" fmla="*/ 161 w 195"/>
                <a:gd name="T3" fmla="*/ 10 h 244"/>
                <a:gd name="T4" fmla="*/ 194 w 195"/>
                <a:gd name="T5" fmla="*/ 33 h 244"/>
                <a:gd name="T6" fmla="*/ 187 w 195"/>
                <a:gd name="T7" fmla="*/ 66 h 244"/>
                <a:gd name="T8" fmla="*/ 121 w 195"/>
                <a:gd name="T9" fmla="*/ 51 h 244"/>
                <a:gd name="T10" fmla="*/ 69 w 195"/>
                <a:gd name="T11" fmla="*/ 93 h 244"/>
                <a:gd name="T12" fmla="*/ 63 w 195"/>
                <a:gd name="T13" fmla="*/ 167 h 244"/>
                <a:gd name="T14" fmla="*/ 95 w 195"/>
                <a:gd name="T15" fmla="*/ 195 h 244"/>
                <a:gd name="T16" fmla="*/ 163 w 195"/>
                <a:gd name="T17" fmla="*/ 179 h 244"/>
                <a:gd name="T18" fmla="*/ 153 w 195"/>
                <a:gd name="T19" fmla="*/ 221 h 244"/>
                <a:gd name="T20" fmla="*/ 122 w 195"/>
                <a:gd name="T21" fmla="*/ 239 h 244"/>
                <a:gd name="T22" fmla="*/ 28 w 195"/>
                <a:gd name="T23" fmla="*/ 216 h 244"/>
                <a:gd name="T24" fmla="*/ 2 w 195"/>
                <a:gd name="T25" fmla="*/ 136 h 244"/>
                <a:gd name="T26" fmla="*/ 52 w 195"/>
                <a:gd name="T27" fmla="*/ 3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5" h="244">
                  <a:moveTo>
                    <a:pt x="52" y="30"/>
                  </a:moveTo>
                  <a:cubicBezTo>
                    <a:pt x="81" y="7"/>
                    <a:pt x="124" y="0"/>
                    <a:pt x="161" y="10"/>
                  </a:cubicBezTo>
                  <a:cubicBezTo>
                    <a:pt x="175" y="13"/>
                    <a:pt x="191" y="20"/>
                    <a:pt x="194" y="33"/>
                  </a:cubicBezTo>
                  <a:cubicBezTo>
                    <a:pt x="195" y="45"/>
                    <a:pt x="189" y="55"/>
                    <a:pt x="187" y="66"/>
                  </a:cubicBezTo>
                  <a:cubicBezTo>
                    <a:pt x="170" y="52"/>
                    <a:pt x="144" y="48"/>
                    <a:pt x="121" y="51"/>
                  </a:cubicBezTo>
                  <a:cubicBezTo>
                    <a:pt x="96" y="55"/>
                    <a:pt x="78" y="74"/>
                    <a:pt x="69" y="93"/>
                  </a:cubicBezTo>
                  <a:cubicBezTo>
                    <a:pt x="58" y="117"/>
                    <a:pt x="53" y="143"/>
                    <a:pt x="63" y="167"/>
                  </a:cubicBezTo>
                  <a:cubicBezTo>
                    <a:pt x="68" y="180"/>
                    <a:pt x="80" y="191"/>
                    <a:pt x="95" y="195"/>
                  </a:cubicBezTo>
                  <a:cubicBezTo>
                    <a:pt x="119" y="202"/>
                    <a:pt x="145" y="194"/>
                    <a:pt x="163" y="179"/>
                  </a:cubicBezTo>
                  <a:cubicBezTo>
                    <a:pt x="160" y="193"/>
                    <a:pt x="158" y="208"/>
                    <a:pt x="153" y="221"/>
                  </a:cubicBezTo>
                  <a:cubicBezTo>
                    <a:pt x="149" y="233"/>
                    <a:pt x="134" y="237"/>
                    <a:pt x="122" y="239"/>
                  </a:cubicBezTo>
                  <a:cubicBezTo>
                    <a:pt x="89" y="244"/>
                    <a:pt x="51" y="238"/>
                    <a:pt x="28" y="216"/>
                  </a:cubicBezTo>
                  <a:cubicBezTo>
                    <a:pt x="6" y="195"/>
                    <a:pt x="0" y="164"/>
                    <a:pt x="2" y="136"/>
                  </a:cubicBezTo>
                  <a:cubicBezTo>
                    <a:pt x="3" y="97"/>
                    <a:pt x="18" y="57"/>
                    <a:pt x="52" y="30"/>
                  </a:cubicBezTo>
                  <a:close/>
                </a:path>
              </a:pathLst>
            </a:custGeom>
            <a:solidFill>
              <a:srgbClr val="014B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8776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539">
              <a:extLst>
                <a:ext uri="{FF2B5EF4-FFF2-40B4-BE49-F238E27FC236}">
                  <a16:creationId xmlns:a16="http://schemas.microsoft.com/office/drawing/2014/main" id="{C78C2F9D-C2E4-4DFB-BAD0-E958FC62A2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225666" y="971139"/>
              <a:ext cx="488950" cy="577850"/>
            </a:xfrm>
            <a:custGeom>
              <a:avLst/>
              <a:gdLst>
                <a:gd name="T0" fmla="*/ 41 w 198"/>
                <a:gd name="T1" fmla="*/ 6 h 231"/>
                <a:gd name="T2" fmla="*/ 114 w 198"/>
                <a:gd name="T3" fmla="*/ 1 h 231"/>
                <a:gd name="T4" fmla="*/ 177 w 198"/>
                <a:gd name="T5" fmla="*/ 20 h 231"/>
                <a:gd name="T6" fmla="*/ 182 w 198"/>
                <a:gd name="T7" fmla="*/ 85 h 231"/>
                <a:gd name="T8" fmla="*/ 142 w 198"/>
                <a:gd name="T9" fmla="*/ 107 h 231"/>
                <a:gd name="T10" fmla="*/ 173 w 198"/>
                <a:gd name="T11" fmla="*/ 129 h 231"/>
                <a:gd name="T12" fmla="*/ 155 w 198"/>
                <a:gd name="T13" fmla="*/ 208 h 231"/>
                <a:gd name="T14" fmla="*/ 83 w 198"/>
                <a:gd name="T15" fmla="*/ 230 h 231"/>
                <a:gd name="T16" fmla="*/ 26 w 198"/>
                <a:gd name="T17" fmla="*/ 225 h 231"/>
                <a:gd name="T18" fmla="*/ 5 w 198"/>
                <a:gd name="T19" fmla="*/ 207 h 231"/>
                <a:gd name="T20" fmla="*/ 5 w 198"/>
                <a:gd name="T21" fmla="*/ 169 h 231"/>
                <a:gd name="T22" fmla="*/ 41 w 198"/>
                <a:gd name="T23" fmla="*/ 6 h 231"/>
                <a:gd name="T24" fmla="*/ 86 w 198"/>
                <a:gd name="T25" fmla="*/ 40 h 231"/>
                <a:gd name="T26" fmla="*/ 76 w 198"/>
                <a:gd name="T27" fmla="*/ 86 h 231"/>
                <a:gd name="T28" fmla="*/ 86 w 198"/>
                <a:gd name="T29" fmla="*/ 92 h 231"/>
                <a:gd name="T30" fmla="*/ 132 w 198"/>
                <a:gd name="T31" fmla="*/ 80 h 231"/>
                <a:gd name="T32" fmla="*/ 129 w 198"/>
                <a:gd name="T33" fmla="*/ 43 h 231"/>
                <a:gd name="T34" fmla="*/ 86 w 198"/>
                <a:gd name="T35" fmla="*/ 40 h 231"/>
                <a:gd name="T36" fmla="*/ 67 w 198"/>
                <a:gd name="T37" fmla="*/ 127 h 231"/>
                <a:gd name="T38" fmla="*/ 57 w 198"/>
                <a:gd name="T39" fmla="*/ 172 h 231"/>
                <a:gd name="T40" fmla="*/ 57 w 198"/>
                <a:gd name="T41" fmla="*/ 192 h 231"/>
                <a:gd name="T42" fmla="*/ 109 w 198"/>
                <a:gd name="T43" fmla="*/ 184 h 231"/>
                <a:gd name="T44" fmla="*/ 118 w 198"/>
                <a:gd name="T45" fmla="*/ 136 h 231"/>
                <a:gd name="T46" fmla="*/ 67 w 198"/>
                <a:gd name="T47" fmla="*/ 127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98" h="231">
                  <a:moveTo>
                    <a:pt x="41" y="6"/>
                  </a:moveTo>
                  <a:cubicBezTo>
                    <a:pt x="65" y="2"/>
                    <a:pt x="90" y="0"/>
                    <a:pt x="114" y="1"/>
                  </a:cubicBezTo>
                  <a:cubicBezTo>
                    <a:pt x="137" y="2"/>
                    <a:pt x="161" y="6"/>
                    <a:pt x="177" y="20"/>
                  </a:cubicBezTo>
                  <a:cubicBezTo>
                    <a:pt x="197" y="37"/>
                    <a:pt x="198" y="66"/>
                    <a:pt x="182" y="85"/>
                  </a:cubicBezTo>
                  <a:cubicBezTo>
                    <a:pt x="172" y="96"/>
                    <a:pt x="158" y="104"/>
                    <a:pt x="142" y="107"/>
                  </a:cubicBezTo>
                  <a:cubicBezTo>
                    <a:pt x="154" y="112"/>
                    <a:pt x="167" y="118"/>
                    <a:pt x="173" y="129"/>
                  </a:cubicBezTo>
                  <a:cubicBezTo>
                    <a:pt x="187" y="155"/>
                    <a:pt x="179" y="189"/>
                    <a:pt x="155" y="208"/>
                  </a:cubicBezTo>
                  <a:cubicBezTo>
                    <a:pt x="135" y="223"/>
                    <a:pt x="108" y="229"/>
                    <a:pt x="83" y="230"/>
                  </a:cubicBezTo>
                  <a:cubicBezTo>
                    <a:pt x="64" y="231"/>
                    <a:pt x="44" y="230"/>
                    <a:pt x="26" y="225"/>
                  </a:cubicBezTo>
                  <a:cubicBezTo>
                    <a:pt x="16" y="223"/>
                    <a:pt x="8" y="216"/>
                    <a:pt x="5" y="207"/>
                  </a:cubicBezTo>
                  <a:cubicBezTo>
                    <a:pt x="0" y="195"/>
                    <a:pt x="2" y="182"/>
                    <a:pt x="5" y="169"/>
                  </a:cubicBezTo>
                  <a:cubicBezTo>
                    <a:pt x="17" y="115"/>
                    <a:pt x="29" y="60"/>
                    <a:pt x="41" y="6"/>
                  </a:cubicBezTo>
                  <a:close/>
                  <a:moveTo>
                    <a:pt x="86" y="40"/>
                  </a:moveTo>
                  <a:cubicBezTo>
                    <a:pt x="83" y="55"/>
                    <a:pt x="79" y="71"/>
                    <a:pt x="76" y="86"/>
                  </a:cubicBezTo>
                  <a:cubicBezTo>
                    <a:pt x="75" y="91"/>
                    <a:pt x="81" y="93"/>
                    <a:pt x="86" y="92"/>
                  </a:cubicBezTo>
                  <a:cubicBezTo>
                    <a:pt x="102" y="93"/>
                    <a:pt x="120" y="91"/>
                    <a:pt x="132" y="80"/>
                  </a:cubicBezTo>
                  <a:cubicBezTo>
                    <a:pt x="143" y="70"/>
                    <a:pt x="144" y="50"/>
                    <a:pt x="129" y="43"/>
                  </a:cubicBezTo>
                  <a:cubicBezTo>
                    <a:pt x="116" y="36"/>
                    <a:pt x="100" y="39"/>
                    <a:pt x="86" y="40"/>
                  </a:cubicBezTo>
                  <a:close/>
                  <a:moveTo>
                    <a:pt x="67" y="127"/>
                  </a:moveTo>
                  <a:cubicBezTo>
                    <a:pt x="63" y="142"/>
                    <a:pt x="60" y="157"/>
                    <a:pt x="57" y="172"/>
                  </a:cubicBezTo>
                  <a:cubicBezTo>
                    <a:pt x="56" y="179"/>
                    <a:pt x="52" y="186"/>
                    <a:pt x="57" y="192"/>
                  </a:cubicBezTo>
                  <a:cubicBezTo>
                    <a:pt x="75" y="192"/>
                    <a:pt x="93" y="193"/>
                    <a:pt x="109" y="184"/>
                  </a:cubicBezTo>
                  <a:cubicBezTo>
                    <a:pt x="127" y="175"/>
                    <a:pt x="133" y="150"/>
                    <a:pt x="118" y="136"/>
                  </a:cubicBezTo>
                  <a:cubicBezTo>
                    <a:pt x="104" y="125"/>
                    <a:pt x="84" y="128"/>
                    <a:pt x="67" y="127"/>
                  </a:cubicBezTo>
                  <a:close/>
                </a:path>
              </a:pathLst>
            </a:custGeom>
            <a:solidFill>
              <a:srgbClr val="014B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8776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 540">
              <a:extLst>
                <a:ext uri="{FF2B5EF4-FFF2-40B4-BE49-F238E27FC236}">
                  <a16:creationId xmlns:a16="http://schemas.microsoft.com/office/drawing/2014/main" id="{8F188CB7-7B46-4324-9E98-345A6A08414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84516" y="975901"/>
              <a:ext cx="514350" cy="573087"/>
            </a:xfrm>
            <a:custGeom>
              <a:avLst/>
              <a:gdLst>
                <a:gd name="T0" fmla="*/ 50 w 208"/>
                <a:gd name="T1" fmla="*/ 6 h 229"/>
                <a:gd name="T2" fmla="*/ 102 w 208"/>
                <a:gd name="T3" fmla="*/ 0 h 229"/>
                <a:gd name="T4" fmla="*/ 174 w 208"/>
                <a:gd name="T5" fmla="*/ 12 h 229"/>
                <a:gd name="T6" fmla="*/ 202 w 208"/>
                <a:gd name="T7" fmla="*/ 51 h 229"/>
                <a:gd name="T8" fmla="*/ 151 w 208"/>
                <a:gd name="T9" fmla="*/ 143 h 229"/>
                <a:gd name="T10" fmla="*/ 70 w 208"/>
                <a:gd name="T11" fmla="*/ 154 h 229"/>
                <a:gd name="T12" fmla="*/ 58 w 208"/>
                <a:gd name="T13" fmla="*/ 207 h 229"/>
                <a:gd name="T14" fmla="*/ 38 w 208"/>
                <a:gd name="T15" fmla="*/ 228 h 229"/>
                <a:gd name="T16" fmla="*/ 0 w 208"/>
                <a:gd name="T17" fmla="*/ 228 h 229"/>
                <a:gd name="T18" fmla="*/ 50 w 208"/>
                <a:gd name="T19" fmla="*/ 6 h 229"/>
                <a:gd name="T20" fmla="*/ 99 w 208"/>
                <a:gd name="T21" fmla="*/ 39 h 229"/>
                <a:gd name="T22" fmla="*/ 84 w 208"/>
                <a:gd name="T23" fmla="*/ 104 h 229"/>
                <a:gd name="T24" fmla="*/ 91 w 208"/>
                <a:gd name="T25" fmla="*/ 114 h 229"/>
                <a:gd name="T26" fmla="*/ 130 w 208"/>
                <a:gd name="T27" fmla="*/ 108 h 229"/>
                <a:gd name="T28" fmla="*/ 151 w 208"/>
                <a:gd name="T29" fmla="*/ 51 h 229"/>
                <a:gd name="T30" fmla="*/ 99 w 208"/>
                <a:gd name="T31" fmla="*/ 39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8" h="229">
                  <a:moveTo>
                    <a:pt x="50" y="6"/>
                  </a:moveTo>
                  <a:cubicBezTo>
                    <a:pt x="66" y="1"/>
                    <a:pt x="85" y="1"/>
                    <a:pt x="102" y="0"/>
                  </a:cubicBezTo>
                  <a:cubicBezTo>
                    <a:pt x="127" y="0"/>
                    <a:pt x="153" y="0"/>
                    <a:pt x="174" y="12"/>
                  </a:cubicBezTo>
                  <a:cubicBezTo>
                    <a:pt x="190" y="20"/>
                    <a:pt x="200" y="35"/>
                    <a:pt x="202" y="51"/>
                  </a:cubicBezTo>
                  <a:cubicBezTo>
                    <a:pt x="208" y="87"/>
                    <a:pt x="188" y="125"/>
                    <a:pt x="151" y="143"/>
                  </a:cubicBezTo>
                  <a:cubicBezTo>
                    <a:pt x="126" y="155"/>
                    <a:pt x="98" y="155"/>
                    <a:pt x="70" y="154"/>
                  </a:cubicBezTo>
                  <a:cubicBezTo>
                    <a:pt x="66" y="171"/>
                    <a:pt x="63" y="189"/>
                    <a:pt x="58" y="207"/>
                  </a:cubicBezTo>
                  <a:cubicBezTo>
                    <a:pt x="56" y="216"/>
                    <a:pt x="49" y="225"/>
                    <a:pt x="38" y="228"/>
                  </a:cubicBezTo>
                  <a:cubicBezTo>
                    <a:pt x="25" y="229"/>
                    <a:pt x="13" y="228"/>
                    <a:pt x="0" y="228"/>
                  </a:cubicBezTo>
                  <a:cubicBezTo>
                    <a:pt x="17" y="154"/>
                    <a:pt x="33" y="80"/>
                    <a:pt x="50" y="6"/>
                  </a:cubicBezTo>
                  <a:close/>
                  <a:moveTo>
                    <a:pt x="99" y="39"/>
                  </a:moveTo>
                  <a:cubicBezTo>
                    <a:pt x="94" y="61"/>
                    <a:pt x="89" y="82"/>
                    <a:pt x="84" y="104"/>
                  </a:cubicBezTo>
                  <a:cubicBezTo>
                    <a:pt x="83" y="108"/>
                    <a:pt x="87" y="112"/>
                    <a:pt x="91" y="114"/>
                  </a:cubicBezTo>
                  <a:cubicBezTo>
                    <a:pt x="104" y="116"/>
                    <a:pt x="118" y="114"/>
                    <a:pt x="130" y="108"/>
                  </a:cubicBezTo>
                  <a:cubicBezTo>
                    <a:pt x="152" y="97"/>
                    <a:pt x="161" y="71"/>
                    <a:pt x="151" y="51"/>
                  </a:cubicBezTo>
                  <a:cubicBezTo>
                    <a:pt x="140" y="35"/>
                    <a:pt x="116" y="38"/>
                    <a:pt x="99" y="39"/>
                  </a:cubicBezTo>
                  <a:close/>
                </a:path>
              </a:pathLst>
            </a:custGeom>
            <a:solidFill>
              <a:srgbClr val="014B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8776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541">
              <a:extLst>
                <a:ext uri="{FF2B5EF4-FFF2-40B4-BE49-F238E27FC236}">
                  <a16:creationId xmlns:a16="http://schemas.microsoft.com/office/drawing/2014/main" id="{1E15E5D7-E471-40F6-AF3E-485160B793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46491" y="1006064"/>
              <a:ext cx="182563" cy="222250"/>
            </a:xfrm>
            <a:custGeom>
              <a:avLst/>
              <a:gdLst>
                <a:gd name="T0" fmla="*/ 0 w 74"/>
                <a:gd name="T1" fmla="*/ 43 h 89"/>
                <a:gd name="T2" fmla="*/ 37 w 74"/>
                <a:gd name="T3" fmla="*/ 4 h 89"/>
                <a:gd name="T4" fmla="*/ 63 w 74"/>
                <a:gd name="T5" fmla="*/ 12 h 89"/>
                <a:gd name="T6" fmla="*/ 63 w 74"/>
                <a:gd name="T7" fmla="*/ 89 h 89"/>
                <a:gd name="T8" fmla="*/ 0 w 74"/>
                <a:gd name="T9" fmla="*/ 43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89">
                  <a:moveTo>
                    <a:pt x="0" y="43"/>
                  </a:moveTo>
                  <a:cubicBezTo>
                    <a:pt x="8" y="27"/>
                    <a:pt x="18" y="10"/>
                    <a:pt x="37" y="4"/>
                  </a:cubicBezTo>
                  <a:cubicBezTo>
                    <a:pt x="47" y="0"/>
                    <a:pt x="57" y="5"/>
                    <a:pt x="63" y="12"/>
                  </a:cubicBezTo>
                  <a:cubicBezTo>
                    <a:pt x="74" y="36"/>
                    <a:pt x="72" y="64"/>
                    <a:pt x="63" y="89"/>
                  </a:cubicBezTo>
                  <a:cubicBezTo>
                    <a:pt x="45" y="70"/>
                    <a:pt x="24" y="55"/>
                    <a:pt x="0" y="43"/>
                  </a:cubicBezTo>
                  <a:close/>
                </a:path>
              </a:pathLst>
            </a:custGeom>
            <a:solidFill>
              <a:srgbClr val="014B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8776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542">
              <a:extLst>
                <a:ext uri="{FF2B5EF4-FFF2-40B4-BE49-F238E27FC236}">
                  <a16:creationId xmlns:a16="http://schemas.microsoft.com/office/drawing/2014/main" id="{88A8064C-D3C2-40E9-92BD-43129B4F47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87754" y="1036226"/>
              <a:ext cx="390525" cy="477837"/>
            </a:xfrm>
            <a:custGeom>
              <a:avLst/>
              <a:gdLst>
                <a:gd name="T0" fmla="*/ 87 w 158"/>
                <a:gd name="T1" fmla="*/ 0 h 191"/>
                <a:gd name="T2" fmla="*/ 139 w 158"/>
                <a:gd name="T3" fmla="*/ 44 h 191"/>
                <a:gd name="T4" fmla="*/ 156 w 158"/>
                <a:gd name="T5" fmla="*/ 88 h 191"/>
                <a:gd name="T6" fmla="*/ 137 w 158"/>
                <a:gd name="T7" fmla="*/ 125 h 191"/>
                <a:gd name="T8" fmla="*/ 71 w 158"/>
                <a:gd name="T9" fmla="*/ 180 h 191"/>
                <a:gd name="T10" fmla="*/ 35 w 158"/>
                <a:gd name="T11" fmla="*/ 187 h 191"/>
                <a:gd name="T12" fmla="*/ 0 w 158"/>
                <a:gd name="T13" fmla="*/ 157 h 191"/>
                <a:gd name="T14" fmla="*/ 87 w 158"/>
                <a:gd name="T15" fmla="*/ 77 h 191"/>
                <a:gd name="T16" fmla="*/ 87 w 158"/>
                <a:gd name="T17" fmla="*/ 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8" h="191">
                  <a:moveTo>
                    <a:pt x="87" y="0"/>
                  </a:moveTo>
                  <a:cubicBezTo>
                    <a:pt x="109" y="9"/>
                    <a:pt x="124" y="27"/>
                    <a:pt x="139" y="44"/>
                  </a:cubicBezTo>
                  <a:cubicBezTo>
                    <a:pt x="150" y="56"/>
                    <a:pt x="158" y="72"/>
                    <a:pt x="156" y="88"/>
                  </a:cubicBezTo>
                  <a:cubicBezTo>
                    <a:pt x="155" y="102"/>
                    <a:pt x="147" y="114"/>
                    <a:pt x="137" y="125"/>
                  </a:cubicBezTo>
                  <a:cubicBezTo>
                    <a:pt x="119" y="146"/>
                    <a:pt x="96" y="165"/>
                    <a:pt x="71" y="180"/>
                  </a:cubicBezTo>
                  <a:cubicBezTo>
                    <a:pt x="60" y="186"/>
                    <a:pt x="48" y="191"/>
                    <a:pt x="35" y="187"/>
                  </a:cubicBezTo>
                  <a:cubicBezTo>
                    <a:pt x="18" y="184"/>
                    <a:pt x="7" y="170"/>
                    <a:pt x="0" y="157"/>
                  </a:cubicBezTo>
                  <a:cubicBezTo>
                    <a:pt x="37" y="139"/>
                    <a:pt x="71" y="113"/>
                    <a:pt x="87" y="77"/>
                  </a:cubicBezTo>
                  <a:cubicBezTo>
                    <a:pt x="96" y="52"/>
                    <a:pt x="98" y="24"/>
                    <a:pt x="87" y="0"/>
                  </a:cubicBezTo>
                  <a:close/>
                </a:path>
              </a:pathLst>
            </a:custGeom>
            <a:solidFill>
              <a:srgbClr val="F57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8776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543">
              <a:extLst>
                <a:ext uri="{FF2B5EF4-FFF2-40B4-BE49-F238E27FC236}">
                  <a16:creationId xmlns:a16="http://schemas.microsoft.com/office/drawing/2014/main" id="{ACFF6D8C-FD5F-45D0-818B-2134EA37EB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7366" y="1006064"/>
              <a:ext cx="182563" cy="222250"/>
            </a:xfrm>
            <a:custGeom>
              <a:avLst/>
              <a:gdLst>
                <a:gd name="T0" fmla="*/ 0 w 74"/>
                <a:gd name="T1" fmla="*/ 43 h 89"/>
                <a:gd name="T2" fmla="*/ 37 w 74"/>
                <a:gd name="T3" fmla="*/ 4 h 89"/>
                <a:gd name="T4" fmla="*/ 62 w 74"/>
                <a:gd name="T5" fmla="*/ 12 h 89"/>
                <a:gd name="T6" fmla="*/ 62 w 74"/>
                <a:gd name="T7" fmla="*/ 89 h 89"/>
                <a:gd name="T8" fmla="*/ 0 w 74"/>
                <a:gd name="T9" fmla="*/ 43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89">
                  <a:moveTo>
                    <a:pt x="0" y="43"/>
                  </a:moveTo>
                  <a:cubicBezTo>
                    <a:pt x="7" y="27"/>
                    <a:pt x="18" y="10"/>
                    <a:pt x="37" y="4"/>
                  </a:cubicBezTo>
                  <a:cubicBezTo>
                    <a:pt x="46" y="0"/>
                    <a:pt x="57" y="5"/>
                    <a:pt x="62" y="12"/>
                  </a:cubicBezTo>
                  <a:cubicBezTo>
                    <a:pt x="74" y="36"/>
                    <a:pt x="71" y="64"/>
                    <a:pt x="62" y="89"/>
                  </a:cubicBezTo>
                  <a:cubicBezTo>
                    <a:pt x="45" y="70"/>
                    <a:pt x="24" y="55"/>
                    <a:pt x="0" y="43"/>
                  </a:cubicBezTo>
                  <a:close/>
                </a:path>
              </a:pathLst>
            </a:custGeom>
            <a:solidFill>
              <a:srgbClr val="014B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8776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544">
              <a:extLst>
                <a:ext uri="{FF2B5EF4-FFF2-40B4-BE49-F238E27FC236}">
                  <a16:creationId xmlns:a16="http://schemas.microsoft.com/office/drawing/2014/main" id="{DB5E62E8-1BB5-4C54-B510-A30076C6F0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97041" y="1036226"/>
              <a:ext cx="388938" cy="477837"/>
            </a:xfrm>
            <a:custGeom>
              <a:avLst/>
              <a:gdLst>
                <a:gd name="T0" fmla="*/ 86 w 157"/>
                <a:gd name="T1" fmla="*/ 0 h 191"/>
                <a:gd name="T2" fmla="*/ 138 w 157"/>
                <a:gd name="T3" fmla="*/ 44 h 191"/>
                <a:gd name="T4" fmla="*/ 155 w 157"/>
                <a:gd name="T5" fmla="*/ 88 h 191"/>
                <a:gd name="T6" fmla="*/ 137 w 157"/>
                <a:gd name="T7" fmla="*/ 125 h 191"/>
                <a:gd name="T8" fmla="*/ 70 w 157"/>
                <a:gd name="T9" fmla="*/ 180 h 191"/>
                <a:gd name="T10" fmla="*/ 35 w 157"/>
                <a:gd name="T11" fmla="*/ 187 h 191"/>
                <a:gd name="T12" fmla="*/ 0 w 157"/>
                <a:gd name="T13" fmla="*/ 157 h 191"/>
                <a:gd name="T14" fmla="*/ 86 w 157"/>
                <a:gd name="T15" fmla="*/ 77 h 191"/>
                <a:gd name="T16" fmla="*/ 86 w 157"/>
                <a:gd name="T17" fmla="*/ 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7" h="191">
                  <a:moveTo>
                    <a:pt x="86" y="0"/>
                  </a:moveTo>
                  <a:cubicBezTo>
                    <a:pt x="108" y="9"/>
                    <a:pt x="124" y="27"/>
                    <a:pt x="138" y="44"/>
                  </a:cubicBezTo>
                  <a:cubicBezTo>
                    <a:pt x="150" y="56"/>
                    <a:pt x="157" y="72"/>
                    <a:pt x="155" y="88"/>
                  </a:cubicBezTo>
                  <a:cubicBezTo>
                    <a:pt x="154" y="102"/>
                    <a:pt x="146" y="114"/>
                    <a:pt x="137" y="125"/>
                  </a:cubicBezTo>
                  <a:cubicBezTo>
                    <a:pt x="118" y="146"/>
                    <a:pt x="95" y="165"/>
                    <a:pt x="70" y="180"/>
                  </a:cubicBezTo>
                  <a:cubicBezTo>
                    <a:pt x="60" y="186"/>
                    <a:pt x="47" y="191"/>
                    <a:pt x="35" y="187"/>
                  </a:cubicBezTo>
                  <a:cubicBezTo>
                    <a:pt x="18" y="184"/>
                    <a:pt x="7" y="170"/>
                    <a:pt x="0" y="157"/>
                  </a:cubicBezTo>
                  <a:cubicBezTo>
                    <a:pt x="36" y="139"/>
                    <a:pt x="71" y="113"/>
                    <a:pt x="86" y="77"/>
                  </a:cubicBezTo>
                  <a:cubicBezTo>
                    <a:pt x="95" y="52"/>
                    <a:pt x="98" y="24"/>
                    <a:pt x="86" y="0"/>
                  </a:cubicBezTo>
                  <a:close/>
                </a:path>
              </a:pathLst>
            </a:custGeom>
            <a:solidFill>
              <a:srgbClr val="F57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8776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3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7" name="Título 46">
            <a:extLst>
              <a:ext uri="{FF2B5EF4-FFF2-40B4-BE49-F238E27FC236}">
                <a16:creationId xmlns:a16="http://schemas.microsoft.com/office/drawing/2014/main" id="{80019F1D-805B-4045-B0DB-38DAC09CE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53" y="191426"/>
            <a:ext cx="11750094" cy="582368"/>
          </a:xfrm>
        </p:spPr>
        <p:txBody>
          <a:bodyPr wrap="square">
            <a:noAutofit/>
          </a:bodyPr>
          <a:lstStyle>
            <a:lvl1pPr>
              <a:defRPr sz="216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94411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464">
          <p15:clr>
            <a:srgbClr val="FBAE40"/>
          </p15:clr>
        </p15:guide>
        <p15:guide id="2" pos="143">
          <p15:clr>
            <a:srgbClr val="FBAE40"/>
          </p15:clr>
        </p15:guide>
        <p15:guide id="3" pos="7537">
          <p15:clr>
            <a:srgbClr val="FBAE40"/>
          </p15:clr>
        </p15:guide>
        <p15:guide id="4" orient="horz" pos="4714">
          <p15:clr>
            <a:srgbClr val="FBAE40"/>
          </p15:clr>
        </p15:guide>
        <p15:guide id="5" orient="horz" pos="541">
          <p15:clr>
            <a:srgbClr val="FBAE40"/>
          </p15:clr>
        </p15:guide>
        <p15:guide id="6" orient="horz" pos="790">
          <p15:clr>
            <a:srgbClr val="FBAE40"/>
          </p15:clr>
        </p15:guide>
        <p15:guide id="7" orient="horz" pos="397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55BC1D8-6566-8DA5-52F5-68E967E5B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6CD91D-8590-0EDA-3694-7F88198F8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F7DE69-1497-1A26-BD1B-09FB99D163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DF6E0E-DB94-4D07-9750-D4AA92C6899D}" type="datetimeFigureOut">
              <a:rPr lang="es-PE" smtClean="0"/>
              <a:t>9/06/2026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C092A4-0110-8E5F-B71D-29CE2592F6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BCF60A-AD4D-E073-D43C-E77398F7E1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91C123-0BF5-405B-AA57-4D6F70F22806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90B327C-884B-CD6A-82F3-9D7AFE88B19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149025" y="6672580"/>
            <a:ext cx="191452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PE" sz="800">
                <a:solidFill>
                  <a:srgbClr val="0000FF">
                    <a:alpha val="50000"/>
                  </a:srgbClr>
                </a:solidFill>
                <a:latin typeface="Aptos" panose="020B0004020202020204" pitchFamily="34" charset="0"/>
              </a:rPr>
              <a:t>Datos elaborados por BCP para uso Interno</a:t>
            </a:r>
          </a:p>
        </p:txBody>
      </p:sp>
    </p:spTree>
    <p:extLst>
      <p:ext uri="{BB962C8B-B14F-4D97-AF65-F5344CB8AC3E}">
        <p14:creationId xmlns:p14="http://schemas.microsoft.com/office/powerpoint/2010/main" val="4272733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F2EE_2E3AA27F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chart" Target="../charts/chart1.xml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emf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88D42-B2B8-55DD-F760-81A6D6E94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 descr="Mujer hablando por teléfono celular&#10;&#10;Descripción generada automáticamente">
            <a:extLst>
              <a:ext uri="{FF2B5EF4-FFF2-40B4-BE49-F238E27FC236}">
                <a16:creationId xmlns:a16="http://schemas.microsoft.com/office/drawing/2014/main" id="{33AB7039-E70E-2F23-9E52-3E24197DC0B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94" b="7395"/>
          <a:stretch/>
        </p:blipFill>
        <p:spPr>
          <a:xfrm>
            <a:off x="-1504" y="1282"/>
            <a:ext cx="12191980" cy="6856718"/>
          </a:xfrm>
          <a:prstGeom prst="rect">
            <a:avLst/>
          </a:prstGeom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9A1C5C00-320E-F970-67FA-422172A4D93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43" t="25835" r="1" b="25835"/>
          <a:stretch/>
        </p:blipFill>
        <p:spPr>
          <a:xfrm>
            <a:off x="-3251" y="0"/>
            <a:ext cx="6100335" cy="6858000"/>
          </a:xfrm>
          <a:prstGeom prst="rect">
            <a:avLst/>
          </a:prstGeom>
        </p:spPr>
      </p:pic>
      <p:sp>
        <p:nvSpPr>
          <p:cNvPr id="20" name="Subtítulo 2">
            <a:extLst>
              <a:ext uri="{FF2B5EF4-FFF2-40B4-BE49-F238E27FC236}">
                <a16:creationId xmlns:a16="http://schemas.microsoft.com/office/drawing/2014/main" id="{FD768559-F0A0-3BE1-687C-B2D76A1465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6306" y="1571278"/>
            <a:ext cx="4411493" cy="2854822"/>
          </a:xfrm>
        </p:spPr>
        <p:txBody>
          <a:bodyPr anchor="ctr">
            <a:noAutofit/>
          </a:bodyPr>
          <a:lstStyle/>
          <a:p>
            <a:pPr algn="l"/>
            <a:r>
              <a:rPr lang="es-PE" sz="5400" b="1" i="1">
                <a:solidFill>
                  <a:schemeClr val="bg1"/>
                </a:solidFill>
                <a:latin typeface="Flexo" pitchFamily="50" charset="0"/>
                <a:cs typeface="Arial" panose="020B0604020202020204" pitchFamily="34" charset="0"/>
              </a:rPr>
              <a:t>Rotación</a:t>
            </a:r>
          </a:p>
          <a:p>
            <a:pPr algn="l"/>
            <a:r>
              <a:rPr lang="es-PE" sz="3000" b="1" i="1">
                <a:solidFill>
                  <a:schemeClr val="bg1"/>
                </a:solidFill>
                <a:latin typeface="Flexo" pitchFamily="50" charset="0"/>
                <a:cs typeface="Arial" panose="020B0604020202020204" pitchFamily="34" charset="0"/>
              </a:rPr>
              <a:t>09 Abr’26</a:t>
            </a:r>
          </a:p>
          <a:p>
            <a:pPr algn="l"/>
            <a:endParaRPr lang="es-PE" sz="3000" i="1">
              <a:solidFill>
                <a:schemeClr val="bg1"/>
              </a:solidFill>
              <a:latin typeface="Flexo" pitchFamily="50" charset="0"/>
              <a:cs typeface="Arial" panose="020B0604020202020204" pitchFamily="34" charset="0"/>
            </a:endParaRPr>
          </a:p>
          <a:p>
            <a:pPr algn="l"/>
            <a:r>
              <a:rPr lang="es-PE" i="1">
                <a:solidFill>
                  <a:schemeClr val="bg1"/>
                </a:solidFill>
                <a:latin typeface="Flexo" pitchFamily="50" charset="0"/>
                <a:cs typeface="Arial" panose="020B0604020202020204" pitchFamily="34" charset="0"/>
              </a:rPr>
              <a:t>Comité CC y Ventas</a:t>
            </a:r>
            <a:endParaRPr lang="es-ES" i="1">
              <a:solidFill>
                <a:schemeClr val="bg1"/>
              </a:solidFill>
              <a:latin typeface="Flexo" pitchFamily="50" charset="0"/>
              <a:cs typeface="Arial" panose="020B0604020202020204" pitchFamily="34" charset="0"/>
            </a:endParaRPr>
          </a:p>
        </p:txBody>
      </p:sp>
      <p:pic>
        <p:nvPicPr>
          <p:cNvPr id="22" name="Imagen 21" descr="Logotipo&#10;&#10;Descripción generada automáticamente">
            <a:extLst>
              <a:ext uri="{FF2B5EF4-FFF2-40B4-BE49-F238E27FC236}">
                <a16:creationId xmlns:a16="http://schemas.microsoft.com/office/drawing/2014/main" id="{6140C1DF-53E5-C15C-BC55-6CEA235F3B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6650" y="137106"/>
            <a:ext cx="1514475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59462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40347-9890-B64A-B212-A47A8E6A8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09A1EB43-EA40-B10B-4F72-3BEA3E417EB1}"/>
              </a:ext>
            </a:extLst>
          </p:cNvPr>
          <p:cNvGraphicFramePr/>
          <p:nvPr/>
        </p:nvGraphicFramePr>
        <p:xfrm>
          <a:off x="2568990" y="3546178"/>
          <a:ext cx="2559753" cy="16523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08EA8B0A-208E-0747-123B-E2A2864AD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Durante May’26 las salidas de asesores del CC se concentran en los roles junior</a:t>
            </a:r>
            <a:endParaRPr lang="es-PE"/>
          </a:p>
        </p:txBody>
      </p:sp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25A81484-D893-3C5D-B373-924A9F937723}"/>
              </a:ext>
            </a:extLst>
          </p:cNvPr>
          <p:cNvGraphicFramePr/>
          <p:nvPr/>
        </p:nvGraphicFramePr>
        <p:xfrm>
          <a:off x="387647" y="1333040"/>
          <a:ext cx="5150587" cy="22906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4BE806F8-A25B-1841-DB8B-76C5CCC0632A}"/>
              </a:ext>
            </a:extLst>
          </p:cNvPr>
          <p:cNvSpPr txBox="1"/>
          <p:nvPr/>
        </p:nvSpPr>
        <p:spPr>
          <a:xfrm>
            <a:off x="189508" y="930798"/>
            <a:ext cx="263886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300" b="1">
                <a:latin typeface="Arial" panose="020B0604020202020204" pitchFamily="34" charset="0"/>
                <a:cs typeface="Arial" panose="020B0604020202020204" pitchFamily="34" charset="0"/>
              </a:rPr>
              <a:t># Detalle Real </a:t>
            </a:r>
            <a:r>
              <a:rPr lang="es-ES" sz="1300" b="1" err="1">
                <a:latin typeface="Arial" panose="020B0604020202020204" pitchFamily="34" charset="0"/>
                <a:cs typeface="Arial" panose="020B0604020202020204" pitchFamily="34" charset="0"/>
              </a:rPr>
              <a:t>FTEs</a:t>
            </a:r>
            <a:r>
              <a:rPr lang="es-ES" sz="1300" b="1">
                <a:latin typeface="Arial" panose="020B0604020202020204" pitchFamily="34" charset="0"/>
                <a:cs typeface="Arial" panose="020B0604020202020204" pitchFamily="34" charset="0"/>
              </a:rPr>
              <a:t> May-Jun26</a:t>
            </a:r>
            <a:endParaRPr lang="es-PE" sz="13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A64F632-90A9-84E5-03D5-94AADD97D50C}"/>
              </a:ext>
            </a:extLst>
          </p:cNvPr>
          <p:cNvSpPr txBox="1"/>
          <p:nvPr/>
        </p:nvSpPr>
        <p:spPr>
          <a:xfrm>
            <a:off x="967032" y="6420353"/>
            <a:ext cx="26167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i="1">
                <a:latin typeface="Arial" panose="020B0604020202020204" pitchFamily="34" charset="0"/>
                <a:cs typeface="Arial" panose="020B0604020202020204" pitchFamily="34" charset="0"/>
              </a:rPr>
              <a:t>*Salidas considera </a:t>
            </a:r>
            <a:r>
              <a:rPr lang="es-ES" sz="1200" i="1" err="1">
                <a:latin typeface="Arial" panose="020B0604020202020204" pitchFamily="34" charset="0"/>
                <a:cs typeface="Arial" panose="020B0604020202020204" pitchFamily="34" charset="0"/>
              </a:rPr>
              <a:t>Ftes</a:t>
            </a:r>
            <a:r>
              <a:rPr lang="es-ES" sz="1200" i="1">
                <a:latin typeface="Arial" panose="020B0604020202020204" pitchFamily="34" charset="0"/>
                <a:cs typeface="Arial" panose="020B0604020202020204" pitchFamily="34" charset="0"/>
              </a:rPr>
              <a:t> en negocio.</a:t>
            </a:r>
            <a:endParaRPr lang="es-PE" sz="120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6B04201-BEBC-A0D8-9B74-9366AFEAC11F}"/>
              </a:ext>
            </a:extLst>
          </p:cNvPr>
          <p:cNvSpPr txBox="1"/>
          <p:nvPr/>
        </p:nvSpPr>
        <p:spPr>
          <a:xfrm>
            <a:off x="278259" y="3893270"/>
            <a:ext cx="247372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>
                <a:solidFill>
                  <a:schemeClr val="bg1"/>
                </a:solidFill>
                <a:highlight>
                  <a:srgbClr val="FF6699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Las </a:t>
            </a:r>
            <a:r>
              <a:rPr lang="es-ES" sz="1100" b="1">
                <a:solidFill>
                  <a:schemeClr val="bg1"/>
                </a:solidFill>
                <a:highlight>
                  <a:srgbClr val="FF6699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principales</a:t>
            </a:r>
            <a:r>
              <a:rPr lang="es-ES" sz="1100">
                <a:solidFill>
                  <a:schemeClr val="bg1"/>
                </a:solidFill>
                <a:highlight>
                  <a:srgbClr val="FF6699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salidas </a:t>
            </a:r>
            <a:r>
              <a:rPr lang="es-ES" sz="1100">
                <a:latin typeface="Arial" panose="020B0604020202020204" pitchFamily="34" charset="0"/>
                <a:cs typeface="Arial" panose="020B0604020202020204" pitchFamily="34" charset="0"/>
              </a:rPr>
              <a:t>(23)* vienen de las líneas: CCGG (11), Trainee (8), CCDD (3), </a:t>
            </a:r>
            <a:r>
              <a:rPr lang="es-ES" sz="1100" err="1">
                <a:latin typeface="Arial" panose="020B0604020202020204" pitchFamily="34" charset="0"/>
                <a:cs typeface="Arial" panose="020B0604020202020204" pitchFamily="34" charset="0"/>
              </a:rPr>
              <a:t>Swat</a:t>
            </a:r>
            <a:r>
              <a:rPr lang="es-ES" sz="1100">
                <a:latin typeface="Arial" panose="020B0604020202020204" pitchFamily="34" charset="0"/>
                <a:cs typeface="Arial" panose="020B0604020202020204" pitchFamily="34" charset="0"/>
              </a:rPr>
              <a:t> (1)</a:t>
            </a:r>
          </a:p>
        </p:txBody>
      </p:sp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49BDEB12-9471-6EC5-D6B7-FEE61F512762}"/>
              </a:ext>
            </a:extLst>
          </p:cNvPr>
          <p:cNvGraphicFramePr>
            <a:graphicFrameLocks/>
          </p:cNvGraphicFramePr>
          <p:nvPr/>
        </p:nvGraphicFramePr>
        <p:xfrm>
          <a:off x="7889245" y="1396853"/>
          <a:ext cx="3693127" cy="1439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371732CA-31A8-A5B8-7F75-A770AC8A7384}"/>
              </a:ext>
            </a:extLst>
          </p:cNvPr>
          <p:cNvSpPr txBox="1"/>
          <p:nvPr/>
        </p:nvSpPr>
        <p:spPr>
          <a:xfrm>
            <a:off x="42123" y="5556992"/>
            <a:ext cx="51505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sz="1100">
                <a:solidFill>
                  <a:schemeClr val="bg1"/>
                </a:solidFill>
                <a:highlight>
                  <a:srgbClr val="00008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Los </a:t>
            </a:r>
            <a:r>
              <a:rPr lang="es-ES" sz="1100" b="1">
                <a:solidFill>
                  <a:schemeClr val="bg1"/>
                </a:solidFill>
                <a:highlight>
                  <a:srgbClr val="00008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ingresos</a:t>
            </a:r>
            <a:r>
              <a:rPr lang="es-ES" sz="1100">
                <a:highlight>
                  <a:srgbClr val="00008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100">
                <a:latin typeface="Arial" panose="020B0604020202020204" pitchFamily="34" charset="0"/>
                <a:cs typeface="Arial" panose="020B0604020202020204" pitchFamily="34" charset="0"/>
              </a:rPr>
              <a:t>Jun’26 Trainee son: 19 asesores en Llamadas </a:t>
            </a:r>
            <a:r>
              <a:rPr lang="es-ES" sz="11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(82%)  </a:t>
            </a:r>
            <a:r>
              <a:rPr lang="es-ES" sz="1100">
                <a:latin typeface="Arial" panose="020B0604020202020204" pitchFamily="34" charset="0"/>
                <a:cs typeface="Arial" panose="020B0604020202020204" pitchFamily="34" charset="0"/>
              </a:rPr>
              <a:t>y 30 asesores en Chats  (100%) de aprobación respectivamente.</a:t>
            </a:r>
          </a:p>
        </p:txBody>
      </p:sp>
      <p:sp>
        <p:nvSpPr>
          <p:cNvPr id="5" name="Lágrima 4">
            <a:extLst>
              <a:ext uri="{FF2B5EF4-FFF2-40B4-BE49-F238E27FC236}">
                <a16:creationId xmlns:a16="http://schemas.microsoft.com/office/drawing/2014/main" id="{0FDC1A83-6FF5-B530-6F8A-17EFD1B1DAC5}"/>
              </a:ext>
            </a:extLst>
          </p:cNvPr>
          <p:cNvSpPr/>
          <p:nvPr/>
        </p:nvSpPr>
        <p:spPr>
          <a:xfrm>
            <a:off x="6705430" y="1602967"/>
            <a:ext cx="784803" cy="779290"/>
          </a:xfrm>
          <a:prstGeom prst="teardrop">
            <a:avLst/>
          </a:prstGeom>
          <a:solidFill>
            <a:schemeClr val="bg1"/>
          </a:solidFill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>
                <a:solidFill>
                  <a:schemeClr val="accent2">
                    <a:lumMod val="75000"/>
                  </a:schemeClr>
                </a:solidFill>
              </a:rPr>
              <a:t>54</a:t>
            </a:r>
            <a:endParaRPr lang="es-PE" sz="28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7D92E1F-6A82-0817-980A-8F99CF27C5BE}"/>
              </a:ext>
            </a:extLst>
          </p:cNvPr>
          <p:cNvSpPr txBox="1"/>
          <p:nvPr/>
        </p:nvSpPr>
        <p:spPr>
          <a:xfrm>
            <a:off x="6006203" y="944268"/>
            <a:ext cx="193354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300" b="1">
                <a:latin typeface="Arial" panose="020B0604020202020204" pitchFamily="34" charset="0"/>
                <a:cs typeface="Arial" panose="020B0604020202020204" pitchFamily="34" charset="0"/>
              </a:rPr>
              <a:t>LC - Movilidad interna</a:t>
            </a:r>
            <a:endParaRPr lang="es-PE" sz="13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5F750C13-EDFE-B4EB-D8BD-924BE4B95E5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41301"/>
          <a:stretch>
            <a:fillRect/>
          </a:stretch>
        </p:blipFill>
        <p:spPr>
          <a:xfrm>
            <a:off x="6141190" y="3113980"/>
            <a:ext cx="2559753" cy="77929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C89770B1-0A31-898C-52DD-EB784057561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45199"/>
          <a:stretch>
            <a:fillRect/>
          </a:stretch>
        </p:blipFill>
        <p:spPr>
          <a:xfrm>
            <a:off x="9069725" y="3100589"/>
            <a:ext cx="2792773" cy="1187947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26942E85-8D20-0BC9-5F52-17D7FE65D32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34698"/>
          <a:stretch>
            <a:fillRect/>
          </a:stretch>
        </p:blipFill>
        <p:spPr>
          <a:xfrm>
            <a:off x="6184202" y="4339478"/>
            <a:ext cx="2473727" cy="1011455"/>
          </a:xfrm>
          <a:prstGeom prst="rect">
            <a:avLst/>
          </a:prstGeom>
        </p:spPr>
      </p:pic>
      <p:sp>
        <p:nvSpPr>
          <p:cNvPr id="30" name="CuadroTexto 29">
            <a:extLst>
              <a:ext uri="{FF2B5EF4-FFF2-40B4-BE49-F238E27FC236}">
                <a16:creationId xmlns:a16="http://schemas.microsoft.com/office/drawing/2014/main" id="{51F0B1E6-D7AF-CED0-16C5-AABB48BCADC4}"/>
              </a:ext>
            </a:extLst>
          </p:cNvPr>
          <p:cNvSpPr txBox="1"/>
          <p:nvPr/>
        </p:nvSpPr>
        <p:spPr>
          <a:xfrm>
            <a:off x="9069725" y="4691706"/>
            <a:ext cx="2512647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PE" sz="1100">
                <a:latin typeface="Arial" panose="020B0604020202020204" pitchFamily="34" charset="0"/>
                <a:cs typeface="Arial" panose="020B0604020202020204" pitchFamily="34" charset="0"/>
              </a:rPr>
              <a:t>El 84% de asesores están en niveles B1 (verde) → crecimiento hacia roles más complejos.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61D695DE-2742-779E-6060-C5F6558011C0}"/>
              </a:ext>
            </a:extLst>
          </p:cNvPr>
          <p:cNvSpPr/>
          <p:nvPr/>
        </p:nvSpPr>
        <p:spPr>
          <a:xfrm>
            <a:off x="8407715" y="1106378"/>
            <a:ext cx="2047356" cy="26161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100" b="1" cap="none" spc="0" err="1">
                <a:ln w="0"/>
                <a:solidFill>
                  <a:srgbClr val="002060"/>
                </a:solidFill>
                <a:latin typeface="Flexo Light" pitchFamily="50" charset="0"/>
              </a:rPr>
              <a:t>Upgrades</a:t>
            </a:r>
            <a:r>
              <a:rPr lang="es-ES" sz="1100" b="1" cap="none" spc="0">
                <a:ln w="0"/>
                <a:solidFill>
                  <a:srgbClr val="002060"/>
                </a:solidFill>
                <a:latin typeface="Flexo Light" pitchFamily="50" charset="0"/>
              </a:rPr>
              <a:t> Asesores Inbound </a:t>
            </a:r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EF9208EB-C532-1796-E1AF-832B9002BED3}"/>
              </a:ext>
            </a:extLst>
          </p:cNvPr>
          <p:cNvSpPr/>
          <p:nvPr/>
        </p:nvSpPr>
        <p:spPr>
          <a:xfrm>
            <a:off x="7174612" y="1445798"/>
            <a:ext cx="497966" cy="37724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CC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754196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15ead3b-a842-409e-8059-3e3468c48585}" enabled="1" method="Standard" siteId="{5d93ebcc-f769-4380-8b7e-289fc972da1b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</Words>
  <Application>Microsoft Office PowerPoint</Application>
  <PresentationFormat>Panorámica</PresentationFormat>
  <Paragraphs>22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Flexo</vt:lpstr>
      <vt:lpstr>Flexo Light</vt:lpstr>
      <vt:lpstr>Wingdings</vt:lpstr>
      <vt:lpstr>Tema de Office</vt:lpstr>
      <vt:lpstr>Presentación de PowerPoint</vt:lpstr>
      <vt:lpstr>Durante May’26 las salidas de asesores del CC se concentran en los roles junior</vt:lpstr>
    </vt:vector>
  </TitlesOfParts>
  <Company>Banco de Credito del Peru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Reyna Siccha</dc:creator>
  <cp:lastModifiedBy>Reyna Siccha</cp:lastModifiedBy>
  <cp:revision>1</cp:revision>
  <dcterms:created xsi:type="dcterms:W3CDTF">2026-06-09T23:54:09Z</dcterms:created>
  <dcterms:modified xsi:type="dcterms:W3CDTF">2026-06-09T23:54:23Z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de Office:8</vt:lpwstr>
  </property>
  <property fmtid="{D5CDD505-2E9C-101B-9397-08002B2CF9AE}" pid="3" name="ClassificationContentMarkingFooterText">
    <vt:lpwstr>Datos elaborados por BCP para uso Interno</vt:lpwstr>
  </property>
</Properties>
</file>